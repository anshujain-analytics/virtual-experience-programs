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5117" r:id="rId4"/>
  </p:sldMasterIdLst>
  <p:notesMasterIdLst>
    <p:notesMasterId r:id="rId6"/>
  </p:notesMasterIdLst>
  <p:handoutMasterIdLst>
    <p:handoutMasterId r:id="rId7"/>
  </p:handoutMasterIdLst>
  <p:sldIdLst>
    <p:sldId id="338" r:id="rId5"/>
  </p:sldIdLst>
  <p:sldSz cx="12192000" cy="6858000"/>
  <p:notesSz cx="6950075" cy="9236075"/>
  <p:custShowLst>
    <p:custShow name="Format Guide Workshop" id="0">
      <p:sldLst/>
    </p:custShow>
  </p:custShowLst>
  <p:custDataLst>
    <p:tags r:id="rId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70782F0-208F-5F22-BC4E-8938E8BAC7FC}" name="Schupe, Laura" initials="SL" userId="Schupe, Laura"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1" autoAdjust="0"/>
    <p:restoredTop sz="96323" autoAdjust="0"/>
  </p:normalViewPr>
  <p:slideViewPr>
    <p:cSldViewPr snapToGrid="0">
      <p:cViewPr varScale="1">
        <p:scale>
          <a:sx n="82" d="100"/>
          <a:sy n="82" d="100"/>
        </p:scale>
        <p:origin x="629" y="72"/>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p:cViewPr>
        <p:scale>
          <a:sx n="75" d="100"/>
          <a:sy n="75" d="100"/>
        </p:scale>
        <p:origin x="2574" y="44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gs" Target="tags/tag1.xml"/><Relationship Id="rId13" Type="http://schemas.microsoft.com/office/2018/10/relationships/authors" Target="authors.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file:///C:\Power%20BI\Data%20Sets\Forage%20Dataset\Project2%20BCG-Data%20Analytics\Campaign_Data_Week1%20-%20Working.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Power%20BI\Data%20Sets\Forage%20Dataset\Project2%20BCG-Data%20Analytics\Campaign_Data_Week1%20-%20Working.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Power%20BI\Data%20Sets\Forage%20Dataset\Project2%20BCG-Data%20Analytics\Campaign_Data_Week1%20-%20Working.xlsx"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[Campaign_Data_Week1 - Working.xlsx]Campaign+Channel(Task 1)!PivotTable1</c:name>
    <c:fmtId val="3"/>
  </c:pivotSource>
  <c:chart>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'Campaign+Channel(Task 1)'!$B$3:$B$4</c:f>
              <c:strCache>
                <c:ptCount val="1"/>
                <c:pt idx="0">
                  <c:v>Email</c:v>
                </c:pt>
              </c:strCache>
            </c:strRef>
          </c:tx>
          <c:spPr>
            <a:solidFill>
              <a:schemeClr val="accent1"/>
            </a:solidFill>
            <a:ln>
              <a:noFill/>
            </a:ln>
            <a:effectLst/>
          </c:spPr>
          <c:invertIfNegative val="0"/>
          <c:cat>
            <c:strRef>
              <c:f>'Campaign+Channel(Task 1)'!$A$5:$A$7</c:f>
              <c:strCache>
                <c:ptCount val="2"/>
                <c:pt idx="0">
                  <c:v>A</c:v>
                </c:pt>
                <c:pt idx="1">
                  <c:v>B</c:v>
                </c:pt>
              </c:strCache>
            </c:strRef>
          </c:cat>
          <c:val>
            <c:numRef>
              <c:f>'Campaign+Channel(Task 1)'!$B$5:$B$7</c:f>
              <c:numCache>
                <c:formatCode>General</c:formatCode>
                <c:ptCount val="2"/>
                <c:pt idx="0">
                  <c:v>2124.4700000000003</c:v>
                </c:pt>
                <c:pt idx="1">
                  <c:v>1382.3799999999999</c:v>
                </c:pt>
              </c:numCache>
            </c:numRef>
          </c:val>
          <c:extLst>
            <c:ext xmlns:c16="http://schemas.microsoft.com/office/drawing/2014/chart" uri="{C3380CC4-5D6E-409C-BE32-E72D297353CC}">
              <c16:uniqueId val="{00000000-F723-492B-91EA-6F10A7CFBF66}"/>
            </c:ext>
          </c:extLst>
        </c:ser>
        <c:ser>
          <c:idx val="1"/>
          <c:order val="1"/>
          <c:tx>
            <c:strRef>
              <c:f>'Campaign+Channel(Task 1)'!$C$3:$C$4</c:f>
              <c:strCache>
                <c:ptCount val="1"/>
                <c:pt idx="0">
                  <c:v>Instagram</c:v>
                </c:pt>
              </c:strCache>
            </c:strRef>
          </c:tx>
          <c:spPr>
            <a:solidFill>
              <a:schemeClr val="accent2"/>
            </a:solidFill>
            <a:ln>
              <a:noFill/>
            </a:ln>
            <a:effectLst/>
          </c:spPr>
          <c:invertIfNegative val="0"/>
          <c:cat>
            <c:strRef>
              <c:f>'Campaign+Channel(Task 1)'!$A$5:$A$7</c:f>
              <c:strCache>
                <c:ptCount val="2"/>
                <c:pt idx="0">
                  <c:v>A</c:v>
                </c:pt>
                <c:pt idx="1">
                  <c:v>B</c:v>
                </c:pt>
              </c:strCache>
            </c:strRef>
          </c:cat>
          <c:val>
            <c:numRef>
              <c:f>'Campaign+Channel(Task 1)'!$C$5:$C$7</c:f>
              <c:numCache>
                <c:formatCode>General</c:formatCode>
                <c:ptCount val="2"/>
                <c:pt idx="0">
                  <c:v>969.46</c:v>
                </c:pt>
                <c:pt idx="1">
                  <c:v>416.14</c:v>
                </c:pt>
              </c:numCache>
            </c:numRef>
          </c:val>
          <c:extLst>
            <c:ext xmlns:c16="http://schemas.microsoft.com/office/drawing/2014/chart" uri="{C3380CC4-5D6E-409C-BE32-E72D297353CC}">
              <c16:uniqueId val="{00000001-F723-492B-91EA-6F10A7CFBF66}"/>
            </c:ext>
          </c:extLst>
        </c:ser>
        <c:ser>
          <c:idx val="2"/>
          <c:order val="2"/>
          <c:tx>
            <c:strRef>
              <c:f>'Campaign+Channel(Task 1)'!$D$3:$D$4</c:f>
              <c:strCache>
                <c:ptCount val="1"/>
                <c:pt idx="0">
                  <c:v>Web Banner</c:v>
                </c:pt>
              </c:strCache>
            </c:strRef>
          </c:tx>
          <c:spPr>
            <a:solidFill>
              <a:schemeClr val="accent3"/>
            </a:solidFill>
            <a:ln>
              <a:noFill/>
            </a:ln>
            <a:effectLst/>
          </c:spPr>
          <c:invertIfNegative val="0"/>
          <c:cat>
            <c:strRef>
              <c:f>'Campaign+Channel(Task 1)'!$A$5:$A$7</c:f>
              <c:strCache>
                <c:ptCount val="2"/>
                <c:pt idx="0">
                  <c:v>A</c:v>
                </c:pt>
                <c:pt idx="1">
                  <c:v>B</c:v>
                </c:pt>
              </c:strCache>
            </c:strRef>
          </c:cat>
          <c:val>
            <c:numRef>
              <c:f>'Campaign+Channel(Task 1)'!$D$5:$D$7</c:f>
              <c:numCache>
                <c:formatCode>General</c:formatCode>
                <c:ptCount val="2"/>
                <c:pt idx="0">
                  <c:v>633.06000000000006</c:v>
                </c:pt>
                <c:pt idx="1">
                  <c:v>318.92000000000007</c:v>
                </c:pt>
              </c:numCache>
            </c:numRef>
          </c:val>
          <c:extLst>
            <c:ext xmlns:c16="http://schemas.microsoft.com/office/drawing/2014/chart" uri="{C3380CC4-5D6E-409C-BE32-E72D297353CC}">
              <c16:uniqueId val="{00000002-F723-492B-91EA-6F10A7CFBF66}"/>
            </c:ext>
          </c:extLst>
        </c:ser>
        <c:dLbls>
          <c:showLegendKey val="0"/>
          <c:showVal val="0"/>
          <c:showCatName val="0"/>
          <c:showSerName val="0"/>
          <c:showPercent val="0"/>
          <c:showBubbleSize val="0"/>
        </c:dLbls>
        <c:gapWidth val="219"/>
        <c:overlap val="-27"/>
        <c:axId val="521508320"/>
        <c:axId val="521501120"/>
      </c:barChart>
      <c:catAx>
        <c:axId val="5215083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1501120"/>
        <c:crosses val="autoZero"/>
        <c:auto val="1"/>
        <c:lblAlgn val="ctr"/>
        <c:lblOffset val="100"/>
        <c:noMultiLvlLbl val="0"/>
      </c:catAx>
      <c:valAx>
        <c:axId val="52150112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1508320"/>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[Campaign_Data_Week1 - Working.xlsx]Campaign+Channel(Task 1)!PivotTable1</c:name>
    <c:fmtId val="9"/>
  </c:pivotSource>
  <c:chart>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stacked"/>
        <c:varyColors val="0"/>
        <c:ser>
          <c:idx val="0"/>
          <c:order val="0"/>
          <c:tx>
            <c:strRef>
              <c:f>'Campaign+Channel(Task 1)'!$B$3:$B$4</c:f>
              <c:strCache>
                <c:ptCount val="1"/>
                <c:pt idx="0">
                  <c:v>Email</c:v>
                </c:pt>
              </c:strCache>
            </c:strRef>
          </c:tx>
          <c:spPr>
            <a:solidFill>
              <a:schemeClr val="accent1"/>
            </a:solidFill>
            <a:ln>
              <a:noFill/>
            </a:ln>
            <a:effectLst/>
          </c:spPr>
          <c:invertIfNegative val="0"/>
          <c:cat>
            <c:strRef>
              <c:f>'Campaign+Channel(Task 1)'!$A$5:$A$7</c:f>
              <c:strCache>
                <c:ptCount val="2"/>
                <c:pt idx="0">
                  <c:v>A</c:v>
                </c:pt>
                <c:pt idx="1">
                  <c:v>B</c:v>
                </c:pt>
              </c:strCache>
            </c:strRef>
          </c:cat>
          <c:val>
            <c:numRef>
              <c:f>'Campaign+Channel(Task 1)'!$B$5:$B$7</c:f>
              <c:numCache>
                <c:formatCode>General</c:formatCode>
                <c:ptCount val="2"/>
                <c:pt idx="0">
                  <c:v>2124.4700000000003</c:v>
                </c:pt>
                <c:pt idx="1">
                  <c:v>1382.3799999999999</c:v>
                </c:pt>
              </c:numCache>
            </c:numRef>
          </c:val>
          <c:extLst>
            <c:ext xmlns:c16="http://schemas.microsoft.com/office/drawing/2014/chart" uri="{C3380CC4-5D6E-409C-BE32-E72D297353CC}">
              <c16:uniqueId val="{00000000-F5D2-4097-BF40-7EEA76FE0DF0}"/>
            </c:ext>
          </c:extLst>
        </c:ser>
        <c:ser>
          <c:idx val="1"/>
          <c:order val="1"/>
          <c:tx>
            <c:strRef>
              <c:f>'Campaign+Channel(Task 1)'!$C$3:$C$4</c:f>
              <c:strCache>
                <c:ptCount val="1"/>
                <c:pt idx="0">
                  <c:v>Instagram</c:v>
                </c:pt>
              </c:strCache>
            </c:strRef>
          </c:tx>
          <c:spPr>
            <a:solidFill>
              <a:schemeClr val="accent2"/>
            </a:solidFill>
            <a:ln>
              <a:noFill/>
            </a:ln>
            <a:effectLst/>
          </c:spPr>
          <c:invertIfNegative val="0"/>
          <c:cat>
            <c:strRef>
              <c:f>'Campaign+Channel(Task 1)'!$A$5:$A$7</c:f>
              <c:strCache>
                <c:ptCount val="2"/>
                <c:pt idx="0">
                  <c:v>A</c:v>
                </c:pt>
                <c:pt idx="1">
                  <c:v>B</c:v>
                </c:pt>
              </c:strCache>
            </c:strRef>
          </c:cat>
          <c:val>
            <c:numRef>
              <c:f>'Campaign+Channel(Task 1)'!$C$5:$C$7</c:f>
              <c:numCache>
                <c:formatCode>General</c:formatCode>
                <c:ptCount val="2"/>
                <c:pt idx="0">
                  <c:v>969.46</c:v>
                </c:pt>
                <c:pt idx="1">
                  <c:v>416.14</c:v>
                </c:pt>
              </c:numCache>
            </c:numRef>
          </c:val>
          <c:extLst>
            <c:ext xmlns:c16="http://schemas.microsoft.com/office/drawing/2014/chart" uri="{C3380CC4-5D6E-409C-BE32-E72D297353CC}">
              <c16:uniqueId val="{00000001-F5D2-4097-BF40-7EEA76FE0DF0}"/>
            </c:ext>
          </c:extLst>
        </c:ser>
        <c:ser>
          <c:idx val="2"/>
          <c:order val="2"/>
          <c:tx>
            <c:strRef>
              <c:f>'Campaign+Channel(Task 1)'!$D$3:$D$4</c:f>
              <c:strCache>
                <c:ptCount val="1"/>
                <c:pt idx="0">
                  <c:v>Web Banner</c:v>
                </c:pt>
              </c:strCache>
            </c:strRef>
          </c:tx>
          <c:spPr>
            <a:solidFill>
              <a:schemeClr val="accent3"/>
            </a:solidFill>
            <a:ln>
              <a:noFill/>
            </a:ln>
            <a:effectLst/>
          </c:spPr>
          <c:invertIfNegative val="0"/>
          <c:cat>
            <c:strRef>
              <c:f>'Campaign+Channel(Task 1)'!$A$5:$A$7</c:f>
              <c:strCache>
                <c:ptCount val="2"/>
                <c:pt idx="0">
                  <c:v>A</c:v>
                </c:pt>
                <c:pt idx="1">
                  <c:v>B</c:v>
                </c:pt>
              </c:strCache>
            </c:strRef>
          </c:cat>
          <c:val>
            <c:numRef>
              <c:f>'Campaign+Channel(Task 1)'!$D$5:$D$7</c:f>
              <c:numCache>
                <c:formatCode>General</c:formatCode>
                <c:ptCount val="2"/>
                <c:pt idx="0">
                  <c:v>633.06000000000006</c:v>
                </c:pt>
                <c:pt idx="1">
                  <c:v>318.92000000000007</c:v>
                </c:pt>
              </c:numCache>
            </c:numRef>
          </c:val>
          <c:extLst>
            <c:ext xmlns:c16="http://schemas.microsoft.com/office/drawing/2014/chart" uri="{C3380CC4-5D6E-409C-BE32-E72D297353CC}">
              <c16:uniqueId val="{00000002-F5D2-4097-BF40-7EEA76FE0DF0}"/>
            </c:ext>
          </c:extLst>
        </c:ser>
        <c:dLbls>
          <c:showLegendKey val="0"/>
          <c:showVal val="0"/>
          <c:showCatName val="0"/>
          <c:showSerName val="0"/>
          <c:showPercent val="0"/>
          <c:showBubbleSize val="0"/>
        </c:dLbls>
        <c:gapWidth val="150"/>
        <c:overlap val="100"/>
        <c:axId val="624859792"/>
        <c:axId val="624860272"/>
      </c:barChart>
      <c:catAx>
        <c:axId val="6248597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24860272"/>
        <c:crosses val="autoZero"/>
        <c:auto val="1"/>
        <c:lblAlgn val="ctr"/>
        <c:lblOffset val="100"/>
        <c:noMultiLvlLbl val="0"/>
      </c:catAx>
      <c:valAx>
        <c:axId val="62486027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24859792"/>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[Campaign_Data_Week1 - Working.xlsx]Campaign+Channel(Task 1)!PivotTable1</c:name>
    <c:fmtId val="13"/>
  </c:pivotSource>
  <c:chart>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'Campaign+Channel(Task 1)'!$B$3:$B$4</c:f>
              <c:strCache>
                <c:ptCount val="1"/>
                <c:pt idx="0">
                  <c:v>Email</c:v>
                </c:pt>
              </c:strCache>
            </c:strRef>
          </c:tx>
          <c:spPr>
            <a:solidFill>
              <a:schemeClr val="accent1"/>
            </a:solidFill>
            <a:ln>
              <a:noFill/>
            </a:ln>
            <a:effectLst/>
          </c:spPr>
          <c:invertIfNegative val="0"/>
          <c:cat>
            <c:strRef>
              <c:f>'Campaign+Channel(Task 1)'!$A$5:$A$7</c:f>
              <c:strCache>
                <c:ptCount val="2"/>
                <c:pt idx="0">
                  <c:v>A</c:v>
                </c:pt>
                <c:pt idx="1">
                  <c:v>B</c:v>
                </c:pt>
              </c:strCache>
            </c:strRef>
          </c:cat>
          <c:val>
            <c:numRef>
              <c:f>'Campaign+Channel(Task 1)'!$B$5:$B$7</c:f>
              <c:numCache>
                <c:formatCode>General</c:formatCode>
                <c:ptCount val="2"/>
                <c:pt idx="0">
                  <c:v>2124.4700000000003</c:v>
                </c:pt>
                <c:pt idx="1">
                  <c:v>1382.3799999999999</c:v>
                </c:pt>
              </c:numCache>
            </c:numRef>
          </c:val>
          <c:extLst>
            <c:ext xmlns:c16="http://schemas.microsoft.com/office/drawing/2014/chart" uri="{C3380CC4-5D6E-409C-BE32-E72D297353CC}">
              <c16:uniqueId val="{00000000-65D3-450B-AC07-DA0B99EB0BB8}"/>
            </c:ext>
          </c:extLst>
        </c:ser>
        <c:ser>
          <c:idx val="1"/>
          <c:order val="1"/>
          <c:tx>
            <c:strRef>
              <c:f>'Campaign+Channel(Task 1)'!$C$3:$C$4</c:f>
              <c:strCache>
                <c:ptCount val="1"/>
                <c:pt idx="0">
                  <c:v>Instagram</c:v>
                </c:pt>
              </c:strCache>
            </c:strRef>
          </c:tx>
          <c:spPr>
            <a:solidFill>
              <a:schemeClr val="accent2"/>
            </a:solidFill>
            <a:ln>
              <a:noFill/>
            </a:ln>
            <a:effectLst/>
          </c:spPr>
          <c:invertIfNegative val="0"/>
          <c:cat>
            <c:strRef>
              <c:f>'Campaign+Channel(Task 1)'!$A$5:$A$7</c:f>
              <c:strCache>
                <c:ptCount val="2"/>
                <c:pt idx="0">
                  <c:v>A</c:v>
                </c:pt>
                <c:pt idx="1">
                  <c:v>B</c:v>
                </c:pt>
              </c:strCache>
            </c:strRef>
          </c:cat>
          <c:val>
            <c:numRef>
              <c:f>'Campaign+Channel(Task 1)'!$C$5:$C$7</c:f>
              <c:numCache>
                <c:formatCode>General</c:formatCode>
                <c:ptCount val="2"/>
                <c:pt idx="0">
                  <c:v>969.46</c:v>
                </c:pt>
                <c:pt idx="1">
                  <c:v>416.14</c:v>
                </c:pt>
              </c:numCache>
            </c:numRef>
          </c:val>
          <c:extLst>
            <c:ext xmlns:c16="http://schemas.microsoft.com/office/drawing/2014/chart" uri="{C3380CC4-5D6E-409C-BE32-E72D297353CC}">
              <c16:uniqueId val="{00000001-65D3-450B-AC07-DA0B99EB0BB8}"/>
            </c:ext>
          </c:extLst>
        </c:ser>
        <c:ser>
          <c:idx val="2"/>
          <c:order val="2"/>
          <c:tx>
            <c:strRef>
              <c:f>'Campaign+Channel(Task 1)'!$D$3:$D$4</c:f>
              <c:strCache>
                <c:ptCount val="1"/>
                <c:pt idx="0">
                  <c:v>Web Banner</c:v>
                </c:pt>
              </c:strCache>
            </c:strRef>
          </c:tx>
          <c:spPr>
            <a:solidFill>
              <a:schemeClr val="accent3"/>
            </a:solidFill>
            <a:ln>
              <a:noFill/>
            </a:ln>
            <a:effectLst/>
          </c:spPr>
          <c:invertIfNegative val="0"/>
          <c:cat>
            <c:strRef>
              <c:f>'Campaign+Channel(Task 1)'!$A$5:$A$7</c:f>
              <c:strCache>
                <c:ptCount val="2"/>
                <c:pt idx="0">
                  <c:v>A</c:v>
                </c:pt>
                <c:pt idx="1">
                  <c:v>B</c:v>
                </c:pt>
              </c:strCache>
            </c:strRef>
          </c:cat>
          <c:val>
            <c:numRef>
              <c:f>'Campaign+Channel(Task 1)'!$D$5:$D$7</c:f>
              <c:numCache>
                <c:formatCode>General</c:formatCode>
                <c:ptCount val="2"/>
                <c:pt idx="0">
                  <c:v>633.06000000000006</c:v>
                </c:pt>
                <c:pt idx="1">
                  <c:v>318.92000000000007</c:v>
                </c:pt>
              </c:numCache>
            </c:numRef>
          </c:val>
          <c:extLst>
            <c:ext xmlns:c16="http://schemas.microsoft.com/office/drawing/2014/chart" uri="{C3380CC4-5D6E-409C-BE32-E72D297353CC}">
              <c16:uniqueId val="{00000002-65D3-450B-AC07-DA0B99EB0BB8}"/>
            </c:ext>
          </c:extLst>
        </c:ser>
        <c:dLbls>
          <c:showLegendKey val="0"/>
          <c:showVal val="0"/>
          <c:showCatName val="0"/>
          <c:showSerName val="0"/>
          <c:showPercent val="0"/>
          <c:showBubbleSize val="0"/>
        </c:dLbls>
        <c:gapWidth val="182"/>
        <c:axId val="623718320"/>
        <c:axId val="623714960"/>
      </c:barChart>
      <c:catAx>
        <c:axId val="623718320"/>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23714960"/>
        <c:crosses val="autoZero"/>
        <c:auto val="1"/>
        <c:lblAlgn val="ctr"/>
        <c:lblOffset val="100"/>
        <c:noMultiLvlLbl val="0"/>
      </c:catAx>
      <c:valAx>
        <c:axId val="623714960"/>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23718320"/>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3"/>
            <a:ext cx="3011699" cy="463408"/>
          </a:xfrm>
          <a:prstGeom prst="rect">
            <a:avLst/>
          </a:prstGeom>
        </p:spPr>
        <p:txBody>
          <a:bodyPr vert="horz" lIns="92492" tIns="46246" rIns="92492" bIns="46246" rtlCol="0"/>
          <a:lstStyle>
            <a:lvl1pPr algn="l">
              <a:defRPr sz="1200"/>
            </a:lvl1pPr>
          </a:lstStyle>
          <a:p>
            <a:endParaRPr lang="en-US" sz="800" dirty="0"/>
          </a:p>
        </p:txBody>
      </p:sp>
      <p:sp>
        <p:nvSpPr>
          <p:cNvPr id="3" name="Date Placeholder 2"/>
          <p:cNvSpPr>
            <a:spLocks noGrp="1"/>
          </p:cNvSpPr>
          <p:nvPr>
            <p:ph type="dt" sz="quarter" idx="1"/>
          </p:nvPr>
        </p:nvSpPr>
        <p:spPr>
          <a:xfrm>
            <a:off x="3936770" y="3"/>
            <a:ext cx="3011699" cy="463408"/>
          </a:xfrm>
          <a:prstGeom prst="rect">
            <a:avLst/>
          </a:prstGeom>
        </p:spPr>
        <p:txBody>
          <a:bodyPr vert="horz" lIns="92492" tIns="46246" rIns="92492" bIns="46246" rtlCol="0"/>
          <a:lstStyle>
            <a:lvl1pPr algn="r">
              <a:defRPr sz="1200"/>
            </a:lvl1pPr>
          </a:lstStyle>
          <a:p>
            <a:fld id="{57691E93-EF64-46CC-85E2-BBB5BEDB9501}" type="datetimeFigureOut">
              <a:rPr lang="en-US" sz="800"/>
              <a:t>6/26/2026</a:t>
            </a:fld>
            <a:endParaRPr lang="en-US" sz="800" dirty="0"/>
          </a:p>
        </p:txBody>
      </p:sp>
      <p:sp>
        <p:nvSpPr>
          <p:cNvPr id="4" name="Footer Placeholder 3"/>
          <p:cNvSpPr>
            <a:spLocks noGrp="1"/>
          </p:cNvSpPr>
          <p:nvPr>
            <p:ph type="ftr" sz="quarter" idx="2"/>
          </p:nvPr>
        </p:nvSpPr>
        <p:spPr>
          <a:xfrm>
            <a:off x="2" y="8772671"/>
            <a:ext cx="3011699" cy="463407"/>
          </a:xfrm>
          <a:prstGeom prst="rect">
            <a:avLst/>
          </a:prstGeom>
        </p:spPr>
        <p:txBody>
          <a:bodyPr vert="horz" lIns="92492" tIns="46246" rIns="92492" bIns="46246" rtlCol="0" anchor="b"/>
          <a:lstStyle>
            <a:lvl1pPr algn="l">
              <a:defRPr sz="1200"/>
            </a:lvl1pPr>
          </a:lstStyle>
          <a:p>
            <a:endParaRPr lang="en-US" sz="800" dirty="0"/>
          </a:p>
        </p:txBody>
      </p:sp>
      <p:sp>
        <p:nvSpPr>
          <p:cNvPr id="5" name="Slide Number Placeholder 4"/>
          <p:cNvSpPr>
            <a:spLocks noGrp="1"/>
          </p:cNvSpPr>
          <p:nvPr>
            <p:ph type="sldNum" sz="quarter" idx="3"/>
          </p:nvPr>
        </p:nvSpPr>
        <p:spPr>
          <a:xfrm>
            <a:off x="3936770" y="8772671"/>
            <a:ext cx="3011699" cy="463407"/>
          </a:xfrm>
          <a:prstGeom prst="rect">
            <a:avLst/>
          </a:prstGeom>
        </p:spPr>
        <p:txBody>
          <a:bodyPr vert="horz" lIns="92492" tIns="46246" rIns="92492" bIns="46246" rtlCol="0" anchor="b"/>
          <a:lstStyle>
            <a:lvl1pPr algn="r">
              <a:defRPr sz="1200"/>
            </a:lvl1pPr>
          </a:lstStyle>
          <a:p>
            <a:fld id="{3DCECA85-2A7A-423F-89EA-6868CB52DF19}" type="slidenum">
              <a:rPr lang="en-US" sz="800"/>
              <a:t>‹#›</a:t>
            </a:fld>
            <a:endParaRPr lang="en-US" sz="800" dirty="0"/>
          </a:p>
        </p:txBody>
      </p:sp>
    </p:spTree>
    <p:extLst>
      <p:ext uri="{BB962C8B-B14F-4D97-AF65-F5344CB8AC3E}">
        <p14:creationId xmlns:p14="http://schemas.microsoft.com/office/powerpoint/2010/main" val="17093775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5" name="Rectangle 54"/>
          <p:cNvSpPr/>
          <p:nvPr/>
        </p:nvSpPr>
        <p:spPr>
          <a:xfrm>
            <a:off x="0" y="4410720"/>
            <a:ext cx="6948467" cy="482535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2492" tIns="46246" rIns="92492" bIns="46246" rtlCol="0" anchor="ctr"/>
          <a:lstStyle/>
          <a:p>
            <a:pPr algn="ctr"/>
            <a:endParaRPr lang="en-US" dirty="0"/>
          </a:p>
        </p:txBody>
      </p:sp>
      <p:sp>
        <p:nvSpPr>
          <p:cNvPr id="2" name="Header Placeholder 1"/>
          <p:cNvSpPr>
            <a:spLocks noGrp="1"/>
          </p:cNvSpPr>
          <p:nvPr>
            <p:ph type="hdr" sz="quarter"/>
          </p:nvPr>
        </p:nvSpPr>
        <p:spPr>
          <a:xfrm>
            <a:off x="82427" y="3"/>
            <a:ext cx="2929274" cy="463408"/>
          </a:xfrm>
          <a:prstGeom prst="rect">
            <a:avLst/>
          </a:prstGeom>
        </p:spPr>
        <p:txBody>
          <a:bodyPr vert="horz" lIns="92492" tIns="46246" rIns="92492" bIns="46246" rtlCol="0"/>
          <a:lstStyle>
            <a:lvl1pPr algn="l">
              <a:defRPr sz="1400"/>
            </a:lvl1pPr>
          </a:lstStyle>
          <a:p>
            <a:endParaRPr lang="en-US" dirty="0"/>
          </a:p>
        </p:txBody>
      </p:sp>
      <p:sp>
        <p:nvSpPr>
          <p:cNvPr id="4" name="Slide Image Placeholder 3"/>
          <p:cNvSpPr>
            <a:spLocks noGrp="1" noRot="1" noChangeAspect="1"/>
          </p:cNvSpPr>
          <p:nvPr>
            <p:ph type="sldImg" idx="2"/>
          </p:nvPr>
        </p:nvSpPr>
        <p:spPr>
          <a:xfrm>
            <a:off x="156103" y="575009"/>
            <a:ext cx="6620256" cy="3724113"/>
          </a:xfrm>
          <a:prstGeom prst="rect">
            <a:avLst/>
          </a:prstGeom>
          <a:noFill/>
          <a:ln w="9525">
            <a:solidFill>
              <a:schemeClr val="bg2"/>
            </a:solidFill>
          </a:ln>
        </p:spPr>
        <p:txBody>
          <a:bodyPr vert="horz" lIns="92492" tIns="46246" rIns="92492" bIns="46246" rtlCol="0" anchor="ctr"/>
          <a:lstStyle/>
          <a:p>
            <a:endParaRPr lang="en-US" dirty="0"/>
          </a:p>
        </p:txBody>
      </p:sp>
      <p:sp>
        <p:nvSpPr>
          <p:cNvPr id="6" name="Footer Placeholder 5"/>
          <p:cNvSpPr>
            <a:spLocks noGrp="1"/>
          </p:cNvSpPr>
          <p:nvPr>
            <p:ph type="ftr" sz="quarter" idx="4"/>
          </p:nvPr>
        </p:nvSpPr>
        <p:spPr>
          <a:xfrm>
            <a:off x="82427" y="8744096"/>
            <a:ext cx="2929274" cy="463407"/>
          </a:xfrm>
          <a:prstGeom prst="rect">
            <a:avLst/>
          </a:prstGeom>
        </p:spPr>
        <p:txBody>
          <a:bodyPr vert="horz" lIns="92492" tIns="46246" rIns="92492" bIns="46246" rtlCol="0" anchor="b"/>
          <a:lstStyle>
            <a:lvl1pPr algn="l">
              <a:defRPr sz="1400"/>
            </a:lvl1pPr>
          </a:lstStyle>
          <a:p>
            <a:endParaRPr lang="en-US" dirty="0"/>
          </a:p>
        </p:txBody>
      </p:sp>
      <p:sp>
        <p:nvSpPr>
          <p:cNvPr id="7" name="Slide Number Placeholder 6"/>
          <p:cNvSpPr>
            <a:spLocks noGrp="1"/>
          </p:cNvSpPr>
          <p:nvPr>
            <p:ph type="sldNum" sz="quarter" idx="5"/>
          </p:nvPr>
        </p:nvSpPr>
        <p:spPr>
          <a:xfrm>
            <a:off x="3936770" y="8744096"/>
            <a:ext cx="2919957" cy="463407"/>
          </a:xfrm>
          <a:prstGeom prst="rect">
            <a:avLst/>
          </a:prstGeom>
        </p:spPr>
        <p:txBody>
          <a:bodyPr vert="horz" lIns="92492" tIns="46246" rIns="92492" bIns="46246" rtlCol="0" anchor="b"/>
          <a:lstStyle>
            <a:lvl1pPr algn="r">
              <a:defRPr sz="1400"/>
            </a:lvl1pPr>
          </a:lstStyle>
          <a:p>
            <a:r>
              <a:rPr lang="en-US" dirty="0"/>
              <a:t>Notes view: </a:t>
            </a:r>
            <a:fld id="{128CEAFE-FA94-43E5-B0FF-D47E1CCDD1B4}" type="slidenum">
              <a:rPr lang="en-US" smtClean="0"/>
              <a:pPr/>
              <a:t>‹#›</a:t>
            </a:fld>
            <a:endParaRPr lang="en-US" dirty="0"/>
          </a:p>
        </p:txBody>
      </p:sp>
      <p:sp>
        <p:nvSpPr>
          <p:cNvPr id="5" name="Notes Placeholder 4"/>
          <p:cNvSpPr>
            <a:spLocks noGrp="1"/>
          </p:cNvSpPr>
          <p:nvPr>
            <p:ph type="body" sz="quarter" idx="3"/>
          </p:nvPr>
        </p:nvSpPr>
        <p:spPr>
          <a:xfrm>
            <a:off x="259519" y="4714653"/>
            <a:ext cx="6413424" cy="3768947"/>
          </a:xfrm>
          <a:prstGeom prst="rect">
            <a:avLst/>
          </a:prstGeom>
        </p:spPr>
        <p:txBody>
          <a:bodyPr vert="horz" lIns="92492" tIns="46246" rIns="92492" bIns="46246"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p:cNvSpPr>
            <a:spLocks noGrp="1"/>
          </p:cNvSpPr>
          <p:nvPr>
            <p:ph type="dt" idx="1"/>
          </p:nvPr>
        </p:nvSpPr>
        <p:spPr>
          <a:xfrm>
            <a:off x="3937000" y="0"/>
            <a:ext cx="3011488" cy="463550"/>
          </a:xfrm>
          <a:prstGeom prst="rect">
            <a:avLst/>
          </a:prstGeom>
        </p:spPr>
        <p:txBody>
          <a:bodyPr vert="horz" lIns="91440" tIns="45720" rIns="91440" bIns="45720" rtlCol="0"/>
          <a:lstStyle>
            <a:lvl1pPr algn="r">
              <a:defRPr sz="1200"/>
            </a:lvl1pPr>
          </a:lstStyle>
          <a:p>
            <a:fld id="{F2C7CF5F-7CF3-4DF3-838A-EE34544862CC}" type="datetimeFigureOut">
              <a:rPr lang="en-US" smtClean="0"/>
              <a:t>6/26/2026</a:t>
            </a:fld>
            <a:endParaRPr lang="en-US"/>
          </a:p>
        </p:txBody>
      </p:sp>
    </p:spTree>
    <p:extLst>
      <p:ext uri="{BB962C8B-B14F-4D97-AF65-F5344CB8AC3E}">
        <p14:creationId xmlns:p14="http://schemas.microsoft.com/office/powerpoint/2010/main" val="4173362221"/>
      </p:ext>
    </p:extLst>
  </p:cSld>
  <p:clrMap bg1="lt1" tx1="dk1" bg2="lt2" tx2="dk2" accent1="accent1" accent2="accent2" accent3="accent3" accent4="accent4" accent5="accent5" accent6="accent6" hlink="hlink" folHlink="folHlink"/>
  <p:notesStyle>
    <a:lvl1pPr marL="0" indent="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1pPr>
    <a:lvl2pPr marL="114300" indent="-11430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2pPr>
    <a:lvl3pPr marL="228600" indent="-114300" algn="l" defTabSz="914400" rtl="0" eaLnBrk="1" latinLnBrk="0" hangingPunct="1">
      <a:spcAft>
        <a:spcPts val="600"/>
      </a:spcAft>
      <a:buClr>
        <a:schemeClr val="tx2"/>
      </a:buClr>
      <a:buFont typeface="Arial" panose="020B0604020202020204" pitchFamily="34" charset="0"/>
      <a:buChar char="•"/>
      <a:defRPr sz="1200" kern="1200">
        <a:solidFill>
          <a:schemeClr val="tx1"/>
        </a:solidFill>
        <a:latin typeface="+mn-lt"/>
        <a:ea typeface="+mn-ea"/>
        <a:cs typeface="+mn-cs"/>
      </a:defRPr>
    </a:lvl3pPr>
    <a:lvl4pPr marL="514350" indent="-114300" algn="l" defTabSz="914400" rtl="0" eaLnBrk="1" latinLnBrk="0" hangingPunct="1">
      <a:spcAft>
        <a:spcPts val="600"/>
      </a:spcAft>
      <a:buFont typeface="Arial" panose="020B0604020202020204" pitchFamily="34" charset="0"/>
      <a:buChar char="•"/>
      <a:defRPr sz="1000" kern="1200">
        <a:solidFill>
          <a:schemeClr val="tx1"/>
        </a:solidFill>
        <a:latin typeface="+mn-lt"/>
        <a:ea typeface="+mn-ea"/>
        <a:cs typeface="+mn-cs"/>
      </a:defRPr>
    </a:lvl4pPr>
    <a:lvl5pPr marL="685800" indent="-114300" algn="l" defTabSz="914400" rtl="0" eaLnBrk="1" latinLnBrk="0" hangingPunct="1">
      <a:spcAft>
        <a:spcPts val="600"/>
      </a:spcAft>
      <a:buClr>
        <a:schemeClr val="tx2"/>
      </a:buClr>
      <a:buFont typeface="Arial" panose="020B0604020202020204" pitchFamily="34" charset="0"/>
      <a:buChar char="•"/>
      <a:defRPr sz="1000" i="1"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910" userDrawn="1">
          <p15:clr>
            <a:srgbClr val="F26B43"/>
          </p15:clr>
        </p15:guide>
        <p15:guide id="2" pos="2189" userDrawn="1">
          <p15:clr>
            <a:srgbClr val="F26B43"/>
          </p15:clr>
        </p15:guide>
      </p15:sldGuideLst>
    </p:ext>
  </p:extLst>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5.xml"/><Relationship Id="rId7" Type="http://schemas.openxmlformats.org/officeDocument/2006/relationships/image" Target="../media/image2.emf"/><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oleObject" Target="../embeddings/oleObject2.bin"/><Relationship Id="rId5" Type="http://schemas.openxmlformats.org/officeDocument/2006/relationships/slideMaster" Target="../slideMasters/slideMaster1.xml"/><Relationship Id="rId4" Type="http://schemas.openxmlformats.org/officeDocument/2006/relationships/tags" Target="../tags/tag6.xml"/><Relationship Id="rId9"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image" Target="../media/image8.png"/><Relationship Id="rId5" Type="http://schemas.openxmlformats.org/officeDocument/2006/relationships/image" Target="../media/image7.emf"/><Relationship Id="rId4" Type="http://schemas.openxmlformats.org/officeDocument/2006/relationships/oleObject" Target="../embeddings/oleObject3.bin"/></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5.xml"/></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26.xml"/><Relationship Id="rId5" Type="http://schemas.openxmlformats.org/officeDocument/2006/relationships/image" Target="../media/image9.png"/><Relationship Id="rId4" Type="http://schemas.openxmlformats.org/officeDocument/2006/relationships/image" Target="../media/image7.emf"/></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7.xml"/></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8.xml"/></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9.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0.xml"/></Relationships>
</file>

<file path=ppt/slideLayouts/_rels/slideLayout27.xml.rels><?xml version="1.0" encoding="UTF-8" standalone="yes"?>
<Relationships xmlns="http://schemas.openxmlformats.org/package/2006/relationships"><Relationship Id="rId3" Type="http://schemas.openxmlformats.org/officeDocument/2006/relationships/tags" Target="../tags/tag33.xml"/><Relationship Id="rId7" Type="http://schemas.openxmlformats.org/officeDocument/2006/relationships/image" Target="../media/image4.jpg"/><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image" Target="../media/image2.emf"/><Relationship Id="rId5" Type="http://schemas.openxmlformats.org/officeDocument/2006/relationships/oleObject" Target="../embeddings/oleObject4.bin"/><Relationship Id="rId4"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4.xml"/></Relationships>
</file>

<file path=ppt/slideLayouts/_rels/slideLayout2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37.xml"/><Relationship Id="rId7" Type="http://schemas.openxmlformats.org/officeDocument/2006/relationships/image" Target="../media/image2.emf"/><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oleObject" Target="../embeddings/oleObject5.bin"/><Relationship Id="rId5" Type="http://schemas.openxmlformats.org/officeDocument/2006/relationships/slideMaster" Target="../slideMasters/slideMaster1.xml"/><Relationship Id="rId4" Type="http://schemas.openxmlformats.org/officeDocument/2006/relationships/tags" Target="../tags/tag38.xml"/><Relationship Id="rId9" Type="http://schemas.openxmlformats.org/officeDocument/2006/relationships/image" Target="../media/image4.jpg"/></Relationships>
</file>

<file path=ppt/slideLayouts/_rels/slideLayout3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9.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0.xml"/></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3.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4.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5.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6.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7.xml"/></Relationships>
</file>

<file path=ppt/slideLayouts/_rels/slideLayout4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image" Target="../media/image5.png"/><Relationship Id="rId5" Type="http://schemas.openxmlformats.org/officeDocument/2006/relationships/image" Target="../media/image7.emf"/><Relationship Id="rId4" Type="http://schemas.openxmlformats.org/officeDocument/2006/relationships/oleObject" Target="../embeddings/oleObject3.bin"/></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0.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5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5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4.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55.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6.xml"/></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7.xml"/></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8.xml"/></Relationships>
</file>

<file path=ppt/slideLayouts/_rels/slideLayout5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9.xml"/><Relationship Id="rId5" Type="http://schemas.openxmlformats.org/officeDocument/2006/relationships/image" Target="../media/image9.png"/><Relationship Id="rId4" Type="http://schemas.openxmlformats.org/officeDocument/2006/relationships/image" Target="../media/image2.emf"/></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0.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61.xml"/></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2.xml"/></Relationships>
</file>

<file path=ppt/slideLayouts/_rels/slideLayout5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3.xml"/></Relationships>
</file>

<file path=ppt/slideLayouts/_rels/slideLayout5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4.xml"/></Relationships>
</file>

<file path=ppt/slideLayouts/_rels/slideLayout57.xml.rels><?xml version="1.0" encoding="UTF-8" standalone="yes"?>
<Relationships xmlns="http://schemas.openxmlformats.org/package/2006/relationships"><Relationship Id="rId3" Type="http://schemas.openxmlformats.org/officeDocument/2006/relationships/tags" Target="../tags/tag67.xml"/><Relationship Id="rId7" Type="http://schemas.openxmlformats.org/officeDocument/2006/relationships/image" Target="../media/image4.jpg"/><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image" Target="../media/image2.emf"/><Relationship Id="rId5" Type="http://schemas.openxmlformats.org/officeDocument/2006/relationships/oleObject" Target="../embeddings/oleObject6.bin"/><Relationship Id="rId4"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8.xml"/></Relationships>
</file>

<file path=ppt/slideLayouts/_rels/slideLayout5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0.xml"/><Relationship Id="rId1" Type="http://schemas.openxmlformats.org/officeDocument/2006/relationships/tags" Target="../tags/tag69.xml"/><Relationship Id="rId5" Type="http://schemas.openxmlformats.org/officeDocument/2006/relationships/image" Target="../media/image1.emf"/><Relationship Id="rId4" Type="http://schemas.openxmlformats.org/officeDocument/2006/relationships/oleObject" Target="../embeddings/oleObject7.bin"/></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71.xml"/><Relationship Id="rId4" Type="http://schemas.openxmlformats.org/officeDocument/2006/relationships/image" Target="../media/image1.emf"/></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72.xml"/><Relationship Id="rId4" Type="http://schemas.openxmlformats.org/officeDocument/2006/relationships/image" Target="../media/image1.emf"/></Relationships>
</file>

<file path=ppt/slideLayouts/_rels/slideLayout6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image" Target="../media/image3.png"/><Relationship Id="rId5" Type="http://schemas.openxmlformats.org/officeDocument/2006/relationships/image" Target="../media/image1.emf"/><Relationship Id="rId4" Type="http://schemas.openxmlformats.org/officeDocument/2006/relationships/oleObject" Target="../embeddings/oleObject10.bin"/></Relationships>
</file>

<file path=ppt/slideLayouts/_rels/slideLayout6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6.xml"/><Relationship Id="rId1" Type="http://schemas.openxmlformats.org/officeDocument/2006/relationships/tags" Target="../tags/tag75.xml"/><Relationship Id="rId5" Type="http://schemas.openxmlformats.org/officeDocument/2006/relationships/image" Target="../media/image1.emf"/><Relationship Id="rId4" Type="http://schemas.openxmlformats.org/officeDocument/2006/relationships/oleObject" Target="../embeddings/oleObject11.bin"/></Relationships>
</file>

<file path=ppt/slideLayouts/_rels/slideLayout64.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77.xml"/><Relationship Id="rId4" Type="http://schemas.openxmlformats.org/officeDocument/2006/relationships/image" Target="../media/image1.emf"/></Relationships>
</file>

<file path=ppt/slideLayouts/_rels/slideLayout65.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78.xml"/><Relationship Id="rId4" Type="http://schemas.openxmlformats.org/officeDocument/2006/relationships/image" Target="../media/image1.emf"/></Relationships>
</file>

<file path=ppt/slideLayouts/_rels/slideLayout6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0.xml"/><Relationship Id="rId1" Type="http://schemas.openxmlformats.org/officeDocument/2006/relationships/tags" Target="../tags/tag79.xml"/><Relationship Id="rId6" Type="http://schemas.openxmlformats.org/officeDocument/2006/relationships/image" Target="../media/image3.png"/><Relationship Id="rId5" Type="http://schemas.openxmlformats.org/officeDocument/2006/relationships/image" Target="../media/image1.emf"/><Relationship Id="rId4" Type="http://schemas.openxmlformats.org/officeDocument/2006/relationships/oleObject" Target="../embeddings/oleObject14.bin"/></Relationships>
</file>

<file path=ppt/slideLayouts/_rels/slideLayout67.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81.xml"/><Relationship Id="rId5" Type="http://schemas.openxmlformats.org/officeDocument/2006/relationships/image" Target="../media/image5.png"/><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985612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84" imgH="384" progId="TCLayout.ActiveDocument.1">
                  <p:embed/>
                </p:oleObj>
              </mc:Choice>
              <mc:Fallback>
                <p:oleObj name="think-cell Slide" r:id="rId6" imgW="384" imgH="384" progId="TCLayout.ActiveDocument.1">
                  <p:embed/>
                  <p:pic>
                    <p:nvPicPr>
                      <p:cNvPr id="0" name=""/>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8">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9">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baseline="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a:prstGeom prst="rect">
            <a:avLst/>
          </a:prstGeom>
        </p:spPr>
        <p:txBody>
          <a:bodyPr anchor="b">
            <a:normAutofit/>
          </a:bodyPr>
          <a:lstStyle>
            <a:lvl1pPr algn="l">
              <a:lnSpc>
                <a:spcPct val="93000"/>
              </a:lnSpc>
              <a:defRPr sz="5400" baseline="0">
                <a:solidFill>
                  <a:schemeClr val="bg1"/>
                </a:solidFill>
                <a:latin typeface="+mj-lt"/>
                <a:sym typeface="Trebuchet MS" panose="020B0603020202020204" pitchFamily="34" charset="0"/>
              </a:defRPr>
            </a:lvl1pPr>
          </a:lstStyle>
          <a:p>
            <a:r>
              <a:rPr lang="en-US" dirty="0"/>
              <a:t>Title in Title Case</a:t>
            </a:r>
          </a:p>
        </p:txBody>
      </p:sp>
      <p:sp>
        <p:nvSpPr>
          <p:cNvPr id="33" name="Freeform 32"/>
          <p:cNvSpPr>
            <a:spLocks noChangeAspect="1"/>
          </p:cNvSpPr>
          <p:nvPr userDrawn="1">
            <p:custDataLst>
              <p:tags r:id="rId4"/>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15151835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2"/>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622800"/>
            <a:ext cx="109332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Tree>
    <p:extLst>
      <p:ext uri="{BB962C8B-B14F-4D97-AF65-F5344CB8AC3E}">
        <p14:creationId xmlns:p14="http://schemas.microsoft.com/office/powerpoint/2010/main" val="16573120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E4FFF-81B3-4CDA-B0A1-3363FFB22A6A}"/>
              </a:ext>
            </a:extLst>
          </p:cNvPr>
          <p:cNvSpPr>
            <a:spLocks noGrp="1"/>
          </p:cNvSpPr>
          <p:nvPr>
            <p:ph type="title" hasCustomPrompt="1"/>
          </p:nvPr>
        </p:nvSpPr>
        <p:spPr>
          <a:xfrm>
            <a:off x="630000" y="622800"/>
            <a:ext cx="10933350" cy="470898"/>
          </a:xfrm>
        </p:spPr>
        <p:txBody>
          <a:bodyPr/>
          <a:lstStyle>
            <a:lvl1pPr>
              <a:defRPr sz="3400"/>
            </a:lvl1pPr>
          </a:lstStyle>
          <a:p>
            <a:r>
              <a:rPr lang="en-US" dirty="0"/>
              <a:t>Click to add title</a:t>
            </a:r>
          </a:p>
        </p:txBody>
      </p:sp>
      <p:sp>
        <p:nvSpPr>
          <p:cNvPr id="8" name="Text Placeholder 7">
            <a:extLst>
              <a:ext uri="{FF2B5EF4-FFF2-40B4-BE49-F238E27FC236}">
                <a16:creationId xmlns:a16="http://schemas.microsoft.com/office/drawing/2014/main" id="{1F54B2F8-C51F-4566-BAC0-8A0C8E575488}"/>
              </a:ext>
            </a:extLst>
          </p:cNvPr>
          <p:cNvSpPr>
            <a:spLocks noGrp="1"/>
          </p:cNvSpPr>
          <p:nvPr>
            <p:ph type="body" sz="quarter" idx="10"/>
          </p:nvPr>
        </p:nvSpPr>
        <p:spPr>
          <a:xfrm>
            <a:off x="629399" y="2085628"/>
            <a:ext cx="10933801" cy="4089131"/>
          </a:xfrm>
        </p:spPr>
        <p:txBody>
          <a:bodyPr/>
          <a:lstStyle>
            <a:lvl1pPr>
              <a:lnSpc>
                <a:spcPct val="100000"/>
              </a:lnSpc>
              <a:spcBef>
                <a:spcPts val="0"/>
              </a:spcBef>
              <a:spcAft>
                <a:spcPts val="0"/>
              </a:spcAft>
              <a:defRPr sz="2000"/>
            </a:lvl1pPr>
            <a:lvl2pPr>
              <a:lnSpc>
                <a:spcPct val="100000"/>
              </a:lnSpc>
              <a:spcBef>
                <a:spcPts val="0"/>
              </a:spcBef>
              <a:spcAft>
                <a:spcPts val="0"/>
              </a:spcAft>
              <a:defRPr sz="2000"/>
            </a:lvl2pPr>
            <a:lvl3pPr>
              <a:lnSpc>
                <a:spcPct val="100000"/>
              </a:lnSpc>
              <a:spcBef>
                <a:spcPts val="0"/>
              </a:spcBef>
              <a:spcAft>
                <a:spcPts val="0"/>
              </a:spcAft>
              <a:defRPr sz="2000"/>
            </a:lvl3pPr>
            <a:lvl4pPr>
              <a:lnSpc>
                <a:spcPct val="100000"/>
              </a:lnSpc>
              <a:spcBef>
                <a:spcPts val="0"/>
              </a:spcBef>
              <a:spcAft>
                <a:spcPts val="0"/>
              </a:spcAft>
              <a:defRPr sz="2800"/>
            </a:lvl4pPr>
            <a:lvl5pPr>
              <a:lnSpc>
                <a:spcPct val="100000"/>
              </a:lnSpc>
              <a:spcBef>
                <a:spcPts val="0"/>
              </a:spcBef>
              <a:spcAft>
                <a:spcPts val="0"/>
              </a:spcAft>
              <a:defRPr sz="2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7300034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chemeClr val="bg1"/>
        </a:solidFill>
        <a:effectLst/>
      </p:bgPr>
    </p:bg>
    <p:spTree>
      <p:nvGrpSpPr>
        <p:cNvPr id="1" name=""/>
        <p:cNvGrpSpPr/>
        <p:nvPr/>
      </p:nvGrpSpPr>
      <p:grpSpPr>
        <a:xfrm>
          <a:off x="0" y="0"/>
          <a:ext cx="0" cy="0"/>
          <a:chOff x="0" y="0"/>
          <a:chExt cx="0" cy="0"/>
        </a:xfrm>
      </p:grpSpPr>
      <p:sp>
        <p:nvSpPr>
          <p:cNvPr id="8" name="Rectangle 7"/>
          <p:cNvSpPr/>
          <p:nvPr userDrawn="1"/>
        </p:nvSpPr>
        <p:spPr bwMode="ltGray">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9" name="Title 1"/>
          <p:cNvSpPr>
            <a:spLocks noGrp="1"/>
          </p:cNvSpPr>
          <p:nvPr>
            <p:ph type="title" hasCustomPrompt="1"/>
          </p:nvPr>
        </p:nvSpPr>
        <p:spPr bwMode="ltGray">
          <a:xfrm>
            <a:off x="630000" y="1544274"/>
            <a:ext cx="3452400" cy="1495794"/>
          </a:xfrm>
          <a:noFill/>
        </p:spPr>
        <p:txBody>
          <a:bodyPr wrap="square" lIns="0" tIns="0" rIns="320040" bIns="0" anchor="b">
            <a:noAutofit/>
          </a:bodyPr>
          <a:lstStyle>
            <a:lvl1pPr>
              <a:defRPr sz="3200">
                <a:solidFill>
                  <a:schemeClr val="tx2"/>
                </a:solidFill>
                <a:latin typeface="+mj-lt"/>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05271040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box">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blackWhite">
          <a:xfrm>
            <a:off x="1284742" y="2668041"/>
            <a:ext cx="9620491" cy="3201026"/>
          </a:xfrm>
          <a:prstGeom prst="rect">
            <a:avLst/>
          </a:prstGeom>
          <a:ln w="9525">
            <a:solidFill>
              <a:schemeClr val="bg1"/>
            </a:solidFill>
          </a:ln>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4" name="TextBox 3"/>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59" name="Rectangle 58"/>
          <p:cNvSpPr/>
          <p:nvPr userDrawn="1"/>
        </p:nvSpPr>
        <p:spPr bwMode="white">
          <a:xfrm>
            <a:off x="1284743" y="1428131"/>
            <a:ext cx="947672" cy="947672"/>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7123234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5" name="TextBox 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4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bg1"/>
                </a:solidFill>
                <a:latin typeface="+mj-lt"/>
                <a:sym typeface="Trebuchet MS" panose="020B0603020202020204" pitchFamily="34" charset="0"/>
              </a:defRPr>
            </a:lvl1pPr>
          </a:lstStyle>
          <a:p>
            <a:r>
              <a:rPr lang="en-US" dirty="0"/>
              <a:t>Click to add big statement text</a:t>
            </a:r>
          </a:p>
        </p:txBody>
      </p:sp>
      <p:cxnSp>
        <p:nvCxnSpPr>
          <p:cNvPr id="148" name="Straight Connector 147"/>
          <p:cNvCxnSpPr/>
          <p:nvPr userDrawn="1"/>
        </p:nvCxnSpPr>
        <p:spPr bwMode="white">
          <a:xfrm>
            <a:off x="618898" y="3680016"/>
            <a:ext cx="11576304"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5058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7"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6" name="Rectangle 25"/>
          <p:cNvSpPr/>
          <p:nvPr userDrawn="1"/>
        </p:nvSpPr>
        <p:spPr bwMode="white">
          <a:xfrm>
            <a:off x="0" y="0"/>
            <a:ext cx="407950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7"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tx2"/>
                </a:solidFill>
                <a:latin typeface="+mj-lt"/>
                <a:sym typeface="Trebuchet MS" panose="020B0603020202020204" pitchFamily="34" charset="0"/>
              </a:defRPr>
            </a:lvl1pPr>
          </a:lstStyle>
          <a:p>
            <a:r>
              <a:rPr lang="en-US" dirty="0"/>
              <a:t>Click to add title</a:t>
            </a: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884277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3" name="Rectangle 12"/>
          <p:cNvSpPr/>
          <p:nvPr userDrawn="1"/>
        </p:nvSpPr>
        <p:spPr bwMode="white">
          <a:xfrm>
            <a:off x="0" y="0"/>
            <a:ext cx="717195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7" name="TextBox 16"/>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3"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59226384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bg1"/>
                </a:solidFill>
                <a:latin typeface="+mj-lt"/>
                <a:sym typeface="Trebuchet MS" panose="020B0603020202020204" pitchFamily="34" charset="0"/>
              </a:defRPr>
            </a:lvl1pPr>
          </a:lstStyle>
          <a:p>
            <a:r>
              <a:rPr lang="en-US" dirty="0"/>
              <a:t>Click to add title</a:t>
            </a:r>
          </a:p>
        </p:txBody>
      </p:sp>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6514967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2" name="Rectangle 11"/>
          <p:cNvSpPr/>
          <p:nvPr userDrawn="1"/>
        </p:nvSpPr>
        <p:spPr>
          <a:xfrm>
            <a:off x="6096000" y="0"/>
            <a:ext cx="6096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4" name="Title 1"/>
          <p:cNvSpPr>
            <a:spLocks noGrp="1"/>
          </p:cNvSpPr>
          <p:nvPr>
            <p:ph type="title" hasCustomPrompt="1"/>
          </p:nvPr>
        </p:nvSpPr>
        <p:spPr bwMode="black">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9235241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0" name="Rectangle 9"/>
          <p:cNvSpPr/>
          <p:nvPr userDrawn="1"/>
        </p:nvSpPr>
        <p:spPr bwMode="gray">
          <a:xfrm>
            <a:off x="7819543" y="0"/>
            <a:ext cx="437245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1"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2"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Copyright"/>
          <p:cNvSpPr txBox="1"/>
          <p:nvPr userDrawn="1"/>
        </p:nvSpPr>
        <p:spPr>
          <a:xfrm rot="16200000">
            <a:off x="9486900" y="3916394"/>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4" name="Title 1"/>
          <p:cNvSpPr>
            <a:spLocks noGrp="1"/>
          </p:cNvSpPr>
          <p:nvPr>
            <p:ph type="title" hasCustomPrompt="1"/>
          </p:nvPr>
        </p:nvSpPr>
        <p:spPr bwMode="blackWhite">
          <a:xfrm>
            <a:off x="630000" y="180465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edit title</a:t>
            </a:r>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6328090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6"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7" name="Title 2"/>
          <p:cNvSpPr>
            <a:spLocks noGrp="1"/>
          </p:cNvSpPr>
          <p:nvPr>
            <p:ph type="title" hasCustomPrompt="1"/>
          </p:nvPr>
        </p:nvSpPr>
        <p:spPr>
          <a:xfrm>
            <a:off x="630000" y="2764203"/>
            <a:ext cx="2478638" cy="1314311"/>
          </a:xfrm>
          <a:prstGeom prst="rect">
            <a:avLst/>
          </a:prstGeom>
        </p:spPr>
        <p:txBody>
          <a:bodyPr anchor="ctr">
            <a:noAutofit/>
          </a:bodyPr>
          <a:lstStyle>
            <a:lvl1pPr>
              <a:defRPr sz="3200" baseline="0">
                <a:solidFill>
                  <a:schemeClr val="tx2"/>
                </a:solidFill>
                <a:latin typeface="+mj-lt"/>
                <a:sym typeface="Trebuchet MS" panose="020B0603020202020204" pitchFamily="34" charset="0"/>
              </a:defRPr>
            </a:lvl1pPr>
          </a:lstStyle>
          <a:p>
            <a:r>
              <a:rPr lang="en-US" dirty="0">
                <a:solidFill>
                  <a:schemeClr val="tx2"/>
                </a:solidFill>
              </a:rPr>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9" name="Picture 8"/>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72577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sp>
        <p:nvSpPr>
          <p:cNvPr id="16" name="Freeform 14"/>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2764203"/>
            <a:ext cx="2478638" cy="1314311"/>
          </a:xfrm>
        </p:spPr>
        <p:txBody>
          <a:bodyPr anchor="ctr" anchorCtr="0">
            <a:noAutofit/>
          </a:bodyPr>
          <a:lstStyle>
            <a:lvl1pPr>
              <a:defRPr sz="3200" baseline="0">
                <a:solidFill>
                  <a:srgbClr val="FFFFFF"/>
                </a:solidFill>
                <a:latin typeface="+mj-lt"/>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6791741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32526878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24" imgH="324" progId="TCLayout.ActiveDocument.1">
                  <p:embed/>
                </p:oleObj>
              </mc:Choice>
              <mc:Fallback>
                <p:oleObj name="think-cell Slide" r:id="rId4" imgW="324" imgH="324"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TextBox 4"/>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8"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3" name="Pentagon 3"/>
          <p:cNvSpPr/>
          <p:nvPr userDrawn="1"/>
        </p:nvSpPr>
        <p:spPr bwMode="white">
          <a:xfrm>
            <a:off x="1" y="0"/>
            <a:ext cx="5426920"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5" name="Picture 14"/>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92082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sp>
        <p:nvSpPr>
          <p:cNvPr id="13"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29741921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6"/>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4" name="Pentagon 8"/>
          <p:cNvSpPr/>
          <p:nvPr userDrawn="1"/>
        </p:nvSpPr>
        <p:spPr bwMode="white">
          <a:xfrm>
            <a:off x="0" y="0"/>
            <a:ext cx="6363546"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9" name="Picture 8"/>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28717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sp>
        <p:nvSpPr>
          <p:cNvPr id="14" name="Pentagon 8"/>
          <p:cNvSpPr/>
          <p:nvPr userDrawn="1"/>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2"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24380786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6" name="Picture 15"/>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02801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3698657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3" name="TextBox 2"/>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8"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705580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chemeClr val="bg1">
            <a:lumMod val="95000"/>
          </a:schemeClr>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3796626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84261971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24" imgH="324" progId="TCLayout.ActiveDocument.1">
                  <p:embed/>
                </p:oleObj>
              </mc:Choice>
              <mc:Fallback>
                <p:oleObj name="think-cell Slide" r:id="rId3" imgW="324" imgH="324"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12021792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4"/>
          </p:nvPr>
        </p:nvSpPr>
        <p:spPr bwMode="white">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4" name="Title 3"/>
          <p:cNvSpPr>
            <a:spLocks noGrp="1"/>
          </p:cNvSpPr>
          <p:nvPr>
            <p:ph type="title" hasCustomPrompt="1"/>
          </p:nvPr>
        </p:nvSpPr>
        <p:spPr>
          <a:xfrm>
            <a:off x="630000" y="622800"/>
            <a:ext cx="10933200" cy="470898"/>
          </a:xfrm>
        </p:spPr>
        <p:txBody>
          <a:bodyPr/>
          <a:lstStyle>
            <a:lvl1pPr>
              <a:defRPr sz="3400">
                <a:solidFill>
                  <a:schemeClr val="bg1"/>
                </a:solidFill>
                <a:latin typeface="+mj-lt"/>
                <a:sym typeface="Trebuchet MS" panose="020B0603020202020204" pitchFamily="34" charset="0"/>
              </a:defRPr>
            </a:lvl1pPr>
          </a:lstStyle>
          <a:p>
            <a:r>
              <a:rPr lang="en-US" dirty="0"/>
              <a:t>Click to add title</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18300739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0142520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2"/>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9023109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isclaimer">
    <p:bg>
      <p:bgPr>
        <a:solidFill>
          <a:schemeClr val="bg2"/>
        </a:solidFill>
        <a:effectLst/>
      </p:bgPr>
    </p:bg>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2" name="Date Placeholder 1"/>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8249069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blank" preserve="1">
  <p:cSld name="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73536932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7">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7" name="Freeform 6"/>
          <p:cNvSpPr>
            <a:spLocks noChangeAspect="1"/>
          </p:cNvSpPr>
          <p:nvPr userDrawn="1">
            <p:custDataLst>
              <p:tags r:id="rId3"/>
            </p:custDataLst>
          </p:nvPr>
        </p:nvSpPr>
        <p:spPr bwMode="auto">
          <a:xfrm>
            <a:off x="2676858"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36612475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ayout guide">
    <p:spTree>
      <p:nvGrpSpPr>
        <p:cNvPr id="1" name=""/>
        <p:cNvGrpSpPr/>
        <p:nvPr/>
      </p:nvGrpSpPr>
      <p:grpSpPr>
        <a:xfrm>
          <a:off x="0" y="0"/>
          <a:ext cx="0" cy="0"/>
          <a:chOff x="0" y="0"/>
          <a:chExt cx="0" cy="0"/>
        </a:xfrm>
      </p:grpSpPr>
      <p:grpSp>
        <p:nvGrpSpPr>
          <p:cNvPr id="49" name="Group 48"/>
          <p:cNvGrpSpPr/>
          <p:nvPr userDrawn="1"/>
        </p:nvGrpSpPr>
        <p:grpSpPr>
          <a:xfrm>
            <a:off x="-600" y="-1"/>
            <a:ext cx="12193800" cy="6858001"/>
            <a:chOff x="-600" y="-1"/>
            <a:chExt cx="12193800" cy="6858001"/>
          </a:xfrm>
        </p:grpSpPr>
        <p:sp>
          <p:nvSpPr>
            <p:cNvPr id="50"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51" name="Baselines / anchors"/>
            <p:cNvGrpSpPr/>
            <p:nvPr userDrawn="1"/>
          </p:nvGrpSpPr>
          <p:grpSpPr>
            <a:xfrm>
              <a:off x="-600" y="622800"/>
              <a:ext cx="12193200" cy="5536800"/>
              <a:chOff x="12623800" y="622800"/>
              <a:chExt cx="11176000" cy="5536800"/>
            </a:xfrm>
          </p:grpSpPr>
          <p:cxnSp>
            <p:nvCxnSpPr>
              <p:cNvPr id="77" name="Straight Connector 76"/>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52" name="Gutter space"/>
            <p:cNvGrpSpPr/>
            <p:nvPr userDrawn="1"/>
          </p:nvGrpSpPr>
          <p:grpSpPr>
            <a:xfrm>
              <a:off x="1277000" y="623550"/>
              <a:ext cx="9638000" cy="5537047"/>
              <a:chOff x="1277000" y="623550"/>
              <a:chExt cx="9638000" cy="5537047"/>
            </a:xfrm>
          </p:grpSpPr>
          <p:sp>
            <p:nvSpPr>
              <p:cNvPr id="66"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7"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8"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9"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0"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1"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2"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3"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4"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5"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6"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3"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54"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57"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58" name="Five column measure"/>
            <p:cNvGrpSpPr/>
            <p:nvPr userDrawn="1"/>
          </p:nvGrpSpPr>
          <p:grpSpPr>
            <a:xfrm>
              <a:off x="629400" y="5975122"/>
              <a:ext cx="10933200" cy="79536"/>
              <a:chOff x="629400" y="5975122"/>
              <a:chExt cx="10933200" cy="79536"/>
            </a:xfrm>
          </p:grpSpPr>
          <p:sp>
            <p:nvSpPr>
              <p:cNvPr id="61"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2"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3"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4"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5"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9"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60"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55"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6959937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D. Title Sl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66548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84" imgH="384" progId="TCLayout.ActiveDocument.1">
                  <p:embed/>
                </p:oleObj>
              </mc:Choice>
              <mc:Fallback>
                <p:oleObj name="think-cell Slide" r:id="rId6" imgW="384" imgH="384" progId="TCLayout.ActiveDocument.1">
                  <p:embed/>
                  <p:pic>
                    <p:nvPicPr>
                      <p:cNvPr id="0" name=""/>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8">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9">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p:spPr>
        <p:txBody>
          <a:bodyPr anchor="b">
            <a:normAutofit/>
          </a:bodyPr>
          <a:lstStyle>
            <a:lvl1pPr algn="l">
              <a:lnSpc>
                <a:spcPct val="93000"/>
              </a:lnSpc>
              <a:defRPr sz="5400">
                <a:solidFill>
                  <a:schemeClr val="bg1"/>
                </a:solidFill>
                <a:latin typeface="+mj-lt"/>
                <a:sym typeface="Trebuchet MS" panose="020B0603020202020204" pitchFamily="34" charset="0"/>
              </a:defRPr>
            </a:lvl1pPr>
          </a:lstStyle>
          <a:p>
            <a:r>
              <a:rPr lang="en-US" dirty="0"/>
              <a:t>Title in Title Case</a:t>
            </a:r>
          </a:p>
        </p:txBody>
      </p:sp>
      <p:sp>
        <p:nvSpPr>
          <p:cNvPr id="13" name="Freeform 12"/>
          <p:cNvSpPr>
            <a:spLocks noChangeAspect="1"/>
          </p:cNvSpPr>
          <p:nvPr userDrawn="1">
            <p:custDataLst>
              <p:tags r:id="rId4"/>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8" name="Title 7"/>
          <p:cNvSpPr>
            <a:spLocks noGrp="1"/>
          </p:cNvSpPr>
          <p:nvPr>
            <p:ph type="title" hasCustomPrompt="1"/>
          </p:nvPr>
        </p:nvSpPr>
        <p:spPr>
          <a:xfrm>
            <a:off x="630000" y="622800"/>
            <a:ext cx="10933350" cy="332399"/>
          </a:xfrm>
        </p:spPr>
        <p:txBody>
          <a:bodyPr/>
          <a:lstStyle>
            <a:lvl1pPr>
              <a:defRPr>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2206985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 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83126-25E7-42D8-B799-608CFD4DF6C3}"/>
              </a:ext>
            </a:extLst>
          </p:cNvPr>
          <p:cNvSpPr>
            <a:spLocks noGrp="1"/>
          </p:cNvSpPr>
          <p:nvPr>
            <p:ph type="title" hasCustomPrompt="1"/>
          </p:nvPr>
        </p:nvSpPr>
        <p:spPr/>
        <p:txBody>
          <a:bodyPr/>
          <a:lstStyle/>
          <a:p>
            <a:r>
              <a:rPr lang="en-US" dirty="0"/>
              <a:t>Click to add title</a:t>
            </a:r>
          </a:p>
        </p:txBody>
      </p:sp>
      <p:sp>
        <p:nvSpPr>
          <p:cNvPr id="6" name="Text Placeholder 5">
            <a:extLst>
              <a:ext uri="{FF2B5EF4-FFF2-40B4-BE49-F238E27FC236}">
                <a16:creationId xmlns:a16="http://schemas.microsoft.com/office/drawing/2014/main" id="{FAD1DA01-0E73-44DE-A132-B4FF1E70A315}"/>
              </a:ext>
            </a:extLst>
          </p:cNvPr>
          <p:cNvSpPr>
            <a:spLocks noGrp="1"/>
          </p:cNvSpPr>
          <p:nvPr>
            <p:ph type="body" sz="quarter" idx="10"/>
          </p:nvPr>
        </p:nvSpPr>
        <p:spPr>
          <a:xfrm>
            <a:off x="629400" y="2085628"/>
            <a:ext cx="10933950" cy="4072976"/>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vl4pPr>
              <a:lnSpc>
                <a:spcPct val="100000"/>
              </a:lnSpc>
              <a:spcBef>
                <a:spcPts val="0"/>
              </a:spcBef>
              <a:spcAft>
                <a:spcPts val="0"/>
              </a:spcAft>
              <a:defRPr/>
            </a:lvl4pPr>
            <a:lvl5pPr>
              <a:lnSpc>
                <a:spcPct val="100000"/>
              </a:lnSpc>
              <a:spcBef>
                <a:spcPts val="0"/>
              </a:spcBef>
              <a:spcAft>
                <a:spcPts val="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4043400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chemeClr val="bg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7" name="Rectangle 6"/>
          <p:cNvSpPr/>
          <p:nvPr userDrawn="1"/>
        </p:nvSpPr>
        <p:spPr bwMode="white">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8" name="Subtitle 2"/>
          <p:cNvSpPr>
            <a:spLocks noGrp="1"/>
          </p:cNvSpPr>
          <p:nvPr>
            <p:ph type="subTitle" idx="13" hasCustomPrompt="1"/>
          </p:nvPr>
        </p:nvSpPr>
        <p:spPr>
          <a:xfrm>
            <a:off x="630000" y="2158987"/>
            <a:ext cx="3744000" cy="541687"/>
          </a:xfrm>
          <a:prstGeom prst="rect">
            <a:avLst/>
          </a:prstGeom>
        </p:spPr>
        <p:txBody>
          <a:bodyPr>
            <a:noAutofit/>
          </a:bodyPr>
          <a:lstStyle>
            <a:lvl1pPr marL="0" indent="0" algn="l">
              <a:buNone/>
              <a:defRPr sz="1600">
                <a:solidFill>
                  <a:schemeClr val="tx2"/>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9" name="Title 4"/>
          <p:cNvSpPr>
            <a:spLocks noGrp="1"/>
          </p:cNvSpPr>
          <p:nvPr>
            <p:ph type="title" hasCustomPrompt="1"/>
          </p:nvPr>
        </p:nvSpPr>
        <p:spPr>
          <a:xfrm>
            <a:off x="630000" y="1227048"/>
            <a:ext cx="3744000" cy="664797"/>
          </a:xfrm>
        </p:spPr>
        <p:txBody>
          <a:bodyPr anchor="t">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9007530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8" name="Title 1"/>
          <p:cNvSpPr>
            <a:spLocks noGrp="1"/>
          </p:cNvSpPr>
          <p:nvPr>
            <p:ph type="title" hasCustomPrompt="1"/>
          </p:nvPr>
        </p:nvSpPr>
        <p:spPr bwMode="blackWhite">
          <a:xfrm>
            <a:off x="1284742" y="2668041"/>
            <a:ext cx="9620491" cy="3201026"/>
          </a:xfrm>
          <a:prstGeom prst="rect">
            <a:avLst/>
          </a:prstGeom>
          <a:ln w="9525">
            <a:noFill/>
          </a:ln>
          <a:extLst>
            <a:ext uri="{91240B29-F687-4F45-9708-019B960494DF}">
              <a14:hiddenLine xmlns:a14="http://schemas.microsoft.com/office/drawing/2010/main" w="9525">
                <a:solidFill>
                  <a:schemeClr val="bg1"/>
                </a:solidFill>
              </a14:hiddenLine>
            </a:ext>
          </a:extLst>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tx2"/>
                </a:solidFill>
                <a:latin typeface="+mj-lt"/>
                <a:ea typeface="+mn-ea"/>
                <a:cs typeface="Arial" panose="020B0604020202020204" pitchFamily="34" charset="0"/>
                <a:sym typeface="Trebuchet MS" panose="020B0603020202020204" pitchFamily="34" charset="0"/>
              </a:defRPr>
            </a:lvl1pPr>
          </a:lstStyle>
          <a:p>
            <a:r>
              <a:rPr lang="en-US" dirty="0"/>
              <a:t>Click to add section title</a:t>
            </a:r>
          </a:p>
        </p:txBody>
      </p:sp>
      <p:sp>
        <p:nvSpPr>
          <p:cNvPr id="11" name="Rectangle 10"/>
          <p:cNvSpPr/>
          <p:nvPr userDrawn="1"/>
        </p:nvSpPr>
        <p:spPr bwMode="white">
          <a:xfrm>
            <a:off x="1280693" y="1424081"/>
            <a:ext cx="951721" cy="951721"/>
          </a:xfrm>
          <a:prstGeom prst="rect">
            <a:avLst/>
          </a:prstGeom>
          <a:noFill/>
          <a:ln>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8199047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chemeClr val="bg1"/>
        </a:solidFill>
        <a:effectLst/>
      </p:bgPr>
    </p:bg>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tx2"/>
                </a:solidFill>
                <a:latin typeface="+mj-lt"/>
                <a:sym typeface="Trebuchet MS" panose="020B0603020202020204" pitchFamily="34" charset="0"/>
              </a:defRPr>
            </a:lvl1pPr>
          </a:lstStyle>
          <a:p>
            <a:r>
              <a:rPr lang="en-US" dirty="0"/>
              <a:t>Click to add section title</a:t>
            </a:r>
          </a:p>
        </p:txBody>
      </p:sp>
      <p:cxnSp>
        <p:nvCxnSpPr>
          <p:cNvPr id="10" name="Straight Connector 9"/>
          <p:cNvCxnSpPr/>
          <p:nvPr userDrawn="1"/>
        </p:nvCxnSpPr>
        <p:spPr bwMode="white">
          <a:xfrm>
            <a:off x="630000" y="3680016"/>
            <a:ext cx="11558587" cy="0"/>
          </a:xfrm>
          <a:prstGeom prst="line">
            <a:avLst/>
          </a:prstGeom>
          <a:ln w="19050"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05239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8"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4" name="Rectangle 23"/>
          <p:cNvSpPr/>
          <p:nvPr userDrawn="1"/>
        </p:nvSpPr>
        <p:spPr bwMode="white">
          <a:xfrm>
            <a:off x="0" y="0"/>
            <a:ext cx="407950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52236646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4" name="Rectangle 13"/>
          <p:cNvSpPr/>
          <p:nvPr userDrawn="1"/>
        </p:nvSpPr>
        <p:spPr bwMode="white">
          <a:xfrm>
            <a:off x="0" y="0"/>
            <a:ext cx="717195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8"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76529"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4829456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9029246" y="0"/>
            <a:ext cx="416951" cy="6858000"/>
          </a:xfrm>
          <a:prstGeom prst="rect">
            <a:avLst/>
          </a:prstGeom>
        </p:spPr>
      </p:pic>
      <p:sp>
        <p:nvSpPr>
          <p:cNvPr id="10" name="Rectangle 9"/>
          <p:cNvSpPr/>
          <p:nvPr userDrawn="1"/>
        </p:nvSpPr>
        <p:spPr bwMode="white">
          <a:xfrm>
            <a:off x="0" y="0"/>
            <a:ext cx="90342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8101584"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793922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23" name="Picture 22"/>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4"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bg1"/>
                </a:solidFill>
                <a:latin typeface="+mj-lt"/>
                <a:sym typeface="Trebuchet MS" panose="020B0603020202020204" pitchFamily="34" charset="0"/>
              </a:defRPr>
            </a:lvl1pPr>
          </a:lstStyle>
          <a:p>
            <a:r>
              <a:rPr lang="en-US" dirty="0"/>
              <a:t>Click to add title</a:t>
            </a:r>
          </a:p>
        </p:txBody>
      </p:sp>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0604520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1" name="Rectangle 10"/>
          <p:cNvSpPr/>
          <p:nvPr userDrawn="1"/>
        </p:nvSpPr>
        <p:spPr>
          <a:xfrm>
            <a:off x="6096000" y="0"/>
            <a:ext cx="6096000" cy="685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2"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Title 1"/>
          <p:cNvSpPr>
            <a:spLocks noGrp="1"/>
          </p:cNvSpPr>
          <p:nvPr>
            <p:ph type="title" hasCustomPrompt="1"/>
          </p:nvPr>
        </p:nvSpPr>
        <p:spPr bwMode="blackWhite">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5"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9301659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1" name="Rectangle 10"/>
          <p:cNvSpPr/>
          <p:nvPr userDrawn="1"/>
        </p:nvSpPr>
        <p:spPr bwMode="gray">
          <a:xfrm>
            <a:off x="7819543" y="0"/>
            <a:ext cx="437245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2"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5" name="Title 1"/>
          <p:cNvSpPr>
            <a:spLocks noGrp="1"/>
          </p:cNvSpPr>
          <p:nvPr>
            <p:ph type="title" hasCustomPrompt="1"/>
          </p:nvPr>
        </p:nvSpPr>
        <p:spPr bwMode="black">
          <a:xfrm>
            <a:off x="630936" y="178560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2905789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27957162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24" imgH="324" progId="TCLayout.ActiveDocument.1">
                  <p:embed/>
                </p:oleObj>
              </mc:Choice>
              <mc:Fallback>
                <p:oleObj name="think-cell Slide" r:id="rId4" imgW="324" imgH="324"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0" name="Title 2"/>
          <p:cNvSpPr>
            <a:spLocks noGrp="1"/>
          </p:cNvSpPr>
          <p:nvPr>
            <p:ph type="title" hasCustomPrompt="1"/>
          </p:nvPr>
        </p:nvSpPr>
        <p:spPr>
          <a:xfrm>
            <a:off x="630000" y="2764203"/>
            <a:ext cx="2478638" cy="1314311"/>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solidFill>
                  <a:schemeClr val="tx2"/>
                </a:solidFill>
              </a:rPr>
              <a:t>Click to add title</a:t>
            </a:r>
          </a:p>
        </p:txBody>
      </p:sp>
      <p:sp>
        <p:nvSpPr>
          <p:cNvPr id="14"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2" name="Picture 11"/>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2321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chemeClr val="bg1"/>
        </a:solidFill>
        <a:effectLst/>
      </p:bgPr>
    </p:bg>
    <p:spTree>
      <p:nvGrpSpPr>
        <p:cNvPr id="1" name=""/>
        <p:cNvGrpSpPr/>
        <p:nvPr/>
      </p:nvGrpSpPr>
      <p:grpSpPr>
        <a:xfrm>
          <a:off x="0" y="0"/>
          <a:ext cx="0" cy="0"/>
          <a:chOff x="0" y="0"/>
          <a:chExt cx="0" cy="0"/>
        </a:xfrm>
      </p:grpSpPr>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2764203"/>
            <a:ext cx="2478638" cy="1314311"/>
          </a:xfrm>
        </p:spPr>
        <p:txBody>
          <a:bodyPr anchor="ctr" anchorCtr="0">
            <a:noAutofit/>
          </a:bodyPr>
          <a:lstStyle>
            <a:lvl1pPr>
              <a:defRPr>
                <a:solidFill>
                  <a:srgbClr val="FFFFFF"/>
                </a:solidFill>
                <a:latin typeface="+mj-lt"/>
              </a:defRPr>
            </a:lvl1pPr>
          </a:lstStyle>
          <a:p>
            <a:r>
              <a:rPr lang="en-US" dirty="0"/>
              <a:t>Click to add title</a:t>
            </a:r>
          </a:p>
        </p:txBody>
      </p:sp>
      <p:sp>
        <p:nvSpPr>
          <p:cNvPr id="15"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9979161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TextBox 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10"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9" name="Pentagon 3"/>
          <p:cNvSpPr/>
          <p:nvPr userDrawn="1"/>
        </p:nvSpPr>
        <p:spPr bwMode="white">
          <a:xfrm>
            <a:off x="1" y="0"/>
            <a:ext cx="5426920"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1"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76992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chemeClr val="bg1"/>
        </a:solidFill>
        <a:effectLst/>
      </p:bgPr>
    </p:bg>
    <p:spTree>
      <p:nvGrpSpPr>
        <p:cNvPr id="1" name=""/>
        <p:cNvGrpSpPr/>
        <p:nvPr/>
      </p:nvGrpSpPr>
      <p:grpSpPr>
        <a:xfrm>
          <a:off x="0" y="0"/>
          <a:ext cx="0" cy="0"/>
          <a:chOff x="0" y="0"/>
          <a:chExt cx="0" cy="0"/>
        </a:xfrm>
      </p:grpSpPr>
      <p:sp>
        <p:nvSpPr>
          <p:cNvPr id="19"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5893568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0" name="Picture 9"/>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98095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chemeClr val="bg1"/>
        </a:soli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19690273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1"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683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chemeClr val="bg1"/>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9849398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0" name="TextBox 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5850758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chemeClr val="bg1"/>
        </a:soli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93619210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06658069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84" imgH="384" progId="TCLayout.ActiveDocument.1">
                  <p:embed/>
                </p:oleObj>
              </mc:Choice>
              <mc:Fallback>
                <p:oleObj name="think-cell Slide" r:id="rId3" imgW="384" imgH="384"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37419413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D. 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10933200" cy="332399"/>
          </a:xfrm>
        </p:spPr>
        <p:txBody>
          <a:bodyPr/>
          <a:lstStyle>
            <a:lvl1pPr>
              <a:defRPr>
                <a:solidFill>
                  <a:schemeClr val="bg1"/>
                </a:solidFill>
                <a:latin typeface="+mj-lt"/>
                <a:sym typeface="Trebuchet MS" panose="020B0603020202020204" pitchFamily="34" charset="0"/>
              </a:defRPr>
            </a:lvl1pPr>
          </a:lstStyle>
          <a:p>
            <a:r>
              <a:rPr lang="en-US" dirty="0"/>
              <a:t>Click to add title</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5483755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mn-lt"/>
                <a:sym typeface="Trebuchet MS" panose="020B0603020202020204" pitchFamily="34" charset="0"/>
              </a:rPr>
              <a:t>Table of contents</a:t>
            </a:r>
          </a:p>
        </p:txBody>
      </p:sp>
      <p:sp>
        <p:nvSpPr>
          <p:cNvPr id="15"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0" name="Picture 9"/>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39090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D. 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6"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1" name="TextBox 10"/>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16408276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D. Blank">
    <p:bg>
      <p:bgPr>
        <a:solidFill>
          <a:schemeClr val="bg1"/>
        </a:solidFill>
        <a:effectLst/>
      </p:bgPr>
    </p:bg>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5711853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D. Disclaimer">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4132211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D. 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8753822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7">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10" name="Freeform 9"/>
          <p:cNvSpPr>
            <a:spLocks noChangeAspect="1"/>
          </p:cNvSpPr>
          <p:nvPr userDrawn="1">
            <p:custDataLst>
              <p:tags r:id="rId3"/>
            </p:custDataLst>
          </p:nvPr>
        </p:nvSpPr>
        <p:spPr bwMode="auto">
          <a:xfrm>
            <a:off x="2676857"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23516218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D. Layout guide">
    <p:spTree>
      <p:nvGrpSpPr>
        <p:cNvPr id="1" name=""/>
        <p:cNvGrpSpPr/>
        <p:nvPr/>
      </p:nvGrpSpPr>
      <p:grpSpPr>
        <a:xfrm>
          <a:off x="0" y="0"/>
          <a:ext cx="0" cy="0"/>
          <a:chOff x="0" y="0"/>
          <a:chExt cx="0" cy="0"/>
        </a:xfrm>
      </p:grpSpPr>
      <p:grpSp>
        <p:nvGrpSpPr>
          <p:cNvPr id="144" name="Group 143"/>
          <p:cNvGrpSpPr/>
          <p:nvPr userDrawn="1"/>
        </p:nvGrpSpPr>
        <p:grpSpPr>
          <a:xfrm>
            <a:off x="-600" y="-1"/>
            <a:ext cx="12193800" cy="6858001"/>
            <a:chOff x="-600" y="-1"/>
            <a:chExt cx="12193800" cy="6858001"/>
          </a:xfrm>
        </p:grpSpPr>
        <p:sp>
          <p:nvSpPr>
            <p:cNvPr id="145"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146" name="Baselines / anchors"/>
            <p:cNvGrpSpPr/>
            <p:nvPr userDrawn="1"/>
          </p:nvGrpSpPr>
          <p:grpSpPr>
            <a:xfrm>
              <a:off x="-600" y="622800"/>
              <a:ext cx="12193200" cy="5536800"/>
              <a:chOff x="12623800" y="622800"/>
              <a:chExt cx="11176000" cy="5536800"/>
            </a:xfrm>
          </p:grpSpPr>
          <p:cxnSp>
            <p:nvCxnSpPr>
              <p:cNvPr id="170" name="Straight Connector 169"/>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147" name="Gutter space"/>
            <p:cNvGrpSpPr/>
            <p:nvPr userDrawn="1"/>
          </p:nvGrpSpPr>
          <p:grpSpPr>
            <a:xfrm>
              <a:off x="1277000" y="623550"/>
              <a:ext cx="9638000" cy="5537047"/>
              <a:chOff x="1277000" y="623550"/>
              <a:chExt cx="9638000" cy="5537047"/>
            </a:xfrm>
          </p:grpSpPr>
          <p:sp>
            <p:nvSpPr>
              <p:cNvPr id="159"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0"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1"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2"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3"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4"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5"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6"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7"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8"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9"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48"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149"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0"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151" name="Five column measure"/>
            <p:cNvGrpSpPr/>
            <p:nvPr userDrawn="1"/>
          </p:nvGrpSpPr>
          <p:grpSpPr>
            <a:xfrm>
              <a:off x="629400" y="5975122"/>
              <a:ext cx="10933200" cy="79536"/>
              <a:chOff x="629400" y="5975122"/>
              <a:chExt cx="10933200" cy="79536"/>
            </a:xfrm>
          </p:grpSpPr>
          <p:sp>
            <p:nvSpPr>
              <p:cNvPr id="154"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5"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6"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7"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8"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52"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153"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55"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8187540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1" name="Rectangle 10"/>
          <p:cNvSpPr/>
          <p:nvPr userDrawn="1"/>
        </p:nvSpPr>
        <p:spPr bwMode="invGray">
          <a:xfrm>
            <a:off x="1388145" y="4691187"/>
            <a:ext cx="929337" cy="995874"/>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2" name="Rectangle 11"/>
          <p:cNvSpPr/>
          <p:nvPr userDrawn="1">
            <p:custDataLst>
              <p:tags r:id="rId2"/>
            </p:custDataLst>
          </p:nvPr>
        </p:nvSpPr>
        <p:spPr>
          <a:xfrm>
            <a:off x="2509482" y="4691187"/>
            <a:ext cx="1570152" cy="1468176"/>
          </a:xfrm>
          <a:prstGeom prst="rect">
            <a:avLst/>
          </a:prstGeom>
          <a:noFill/>
          <a:ln w="9525" cmpd="sng">
            <a:solidFill>
              <a:srgbClr val="FFFFFF"/>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2" name="TextBox 1"/>
          <p:cNvSpPr txBox="1"/>
          <p:nvPr userDrawn="1"/>
        </p:nvSpPr>
        <p:spPr>
          <a:xfrm>
            <a:off x="630000" y="907199"/>
            <a:ext cx="3448800" cy="3488400"/>
          </a:xfrm>
          <a:prstGeom prst="rect">
            <a:avLst/>
          </a:prstGeom>
          <a:noFill/>
          <a:ln>
            <a:solidFill>
              <a:schemeClr val="bg1"/>
            </a:solidFill>
          </a:ln>
        </p:spPr>
        <p:txBody>
          <a:bodyPr wrap="square" lIns="612000" tIns="468000" rIns="0" bIns="0" rtlCol="0" anchor="t">
            <a:spAutoFit/>
          </a:bodyPr>
          <a:lstStyle/>
          <a:p>
            <a:pPr>
              <a:lnSpc>
                <a:spcPct val="90000"/>
              </a:lnSpc>
              <a:spcAft>
                <a:spcPts val="600"/>
              </a:spcAft>
            </a:pPr>
            <a:endParaRPr lang="en-US" sz="5400" dirty="0">
              <a:solidFill>
                <a:schemeClr val="bg1"/>
              </a:solidFill>
            </a:endParaRPr>
          </a:p>
        </p:txBody>
      </p:sp>
      <p:sp>
        <p:nvSpPr>
          <p:cNvPr id="10" name="TextBox 1"/>
          <p:cNvSpPr txBox="1"/>
          <p:nvPr userDrawn="1"/>
        </p:nvSpPr>
        <p:spPr>
          <a:xfrm>
            <a:off x="1109949" y="1115416"/>
            <a:ext cx="2488182" cy="896399"/>
          </a:xfrm>
          <a:prstGeom prst="rect">
            <a:avLst/>
          </a:prstGeom>
          <a:noFill/>
        </p:spPr>
        <p:txBody>
          <a:bodyPr wrap="none" rtlCol="0">
            <a:spAutoFit/>
          </a:bodyPr>
          <a:lstStyle/>
          <a:p>
            <a:pPr algn="ctr" fontAlgn="auto">
              <a:lnSpc>
                <a:spcPct val="95000"/>
              </a:lnSpc>
              <a:spcBef>
                <a:spcPts val="0"/>
              </a:spcBef>
              <a:spcAft>
                <a:spcPts val="0"/>
              </a:spcAft>
            </a:pPr>
            <a:r>
              <a:rPr lang="en-US" sz="5400" dirty="0">
                <a:solidFill>
                  <a:schemeClr val="bg1"/>
                </a:solidFill>
                <a:latin typeface="+mj-lt"/>
              </a:rPr>
              <a:t>Agenda</a:t>
            </a:r>
          </a:p>
        </p:txBody>
      </p:sp>
    </p:spTree>
    <p:extLst>
      <p:ext uri="{BB962C8B-B14F-4D97-AF65-F5344CB8AC3E}">
        <p14:creationId xmlns:p14="http://schemas.microsoft.com/office/powerpoint/2010/main" val="25703140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96349202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bwMode="white">
          <a:xfrm>
            <a:off x="1284743" y="1428131"/>
            <a:ext cx="947672" cy="947672"/>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3" name="Rectangle 12"/>
          <p:cNvSpPr/>
          <p:nvPr userDrawn="1"/>
        </p:nvSpPr>
        <p:spPr>
          <a:xfrm>
            <a:off x="1285200" y="2667600"/>
            <a:ext cx="9619200" cy="3200400"/>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729285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Agenda Full Width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0"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bg1"/>
                </a:solidFill>
              </a:rPr>
              <a:t>Agenda</a:t>
            </a:r>
          </a:p>
        </p:txBody>
      </p:sp>
      <p:cxnSp>
        <p:nvCxnSpPr>
          <p:cNvPr id="13" name="Straight Connector 12"/>
          <p:cNvCxnSpPr/>
          <p:nvPr userDrawn="1"/>
        </p:nvCxnSpPr>
        <p:spPr bwMode="white">
          <a:xfrm>
            <a:off x="618898" y="1206000"/>
            <a:ext cx="11576304" cy="0"/>
          </a:xfrm>
          <a:prstGeom prst="line">
            <a:avLst/>
          </a:prstGeom>
          <a:ln w="9525"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60771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Agenda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4"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7" name="TextBox 16"/>
          <p:cNvSpPr txBox="1"/>
          <p:nvPr userDrawn="1"/>
        </p:nvSpPr>
        <p:spPr>
          <a:xfrm>
            <a:off x="630000" y="3207715"/>
            <a:ext cx="1547143" cy="443198"/>
          </a:xfrm>
          <a:prstGeom prst="rect">
            <a:avLst/>
          </a:prstGeom>
          <a:noFill/>
        </p:spPr>
        <p:txBody>
          <a:bodyPr wrap="square" lIns="0" tIns="0" rIns="0" bIns="0" rtlCol="0" anchor="t">
            <a:spAutoFit/>
          </a:bodyPr>
          <a:lstStyle/>
          <a:p>
            <a:pPr>
              <a:lnSpc>
                <a:spcPct val="90000"/>
              </a:lnSpc>
              <a:spcAft>
                <a:spcPts val="600"/>
              </a:spcAft>
            </a:pPr>
            <a:r>
              <a:rPr lang="en-US" sz="3200" dirty="0">
                <a:solidFill>
                  <a:schemeClr val="bg1"/>
                </a:solidFill>
              </a:rPr>
              <a:t>Agenda</a:t>
            </a:r>
          </a:p>
        </p:txBody>
      </p:sp>
    </p:spTree>
    <p:extLst>
      <p:ext uri="{BB962C8B-B14F-4D97-AF65-F5344CB8AC3E}">
        <p14:creationId xmlns:p14="http://schemas.microsoft.com/office/powerpoint/2010/main" val="22701909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Agenda D. Section Header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invGray">
          <a:xfrm>
            <a:off x="1388145" y="4691187"/>
            <a:ext cx="929337" cy="995874"/>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0" name="Rectangle 9"/>
          <p:cNvSpPr/>
          <p:nvPr userDrawn="1">
            <p:custDataLst>
              <p:tags r:id="rId2"/>
            </p:custDataLst>
          </p:nvPr>
        </p:nvSpPr>
        <p:spPr>
          <a:xfrm>
            <a:off x="2509482" y="4691187"/>
            <a:ext cx="1570152" cy="1468176"/>
          </a:xfrm>
          <a:prstGeom prst="rect">
            <a:avLst/>
          </a:prstGeom>
          <a:noFill/>
          <a:ln w="9525" cmpd="sng">
            <a:solidFill>
              <a:schemeClr val="accent4"/>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11" name="TextBox 10"/>
          <p:cNvSpPr txBox="1"/>
          <p:nvPr userDrawn="1"/>
        </p:nvSpPr>
        <p:spPr>
          <a:xfrm>
            <a:off x="630000" y="907198"/>
            <a:ext cx="3448800" cy="3488400"/>
          </a:xfrm>
          <a:prstGeom prst="rect">
            <a:avLst/>
          </a:prstGeom>
          <a:noFill/>
          <a:ln>
            <a:solidFill>
              <a:schemeClr val="accent4"/>
            </a:solidFill>
          </a:ln>
        </p:spPr>
        <p:txBody>
          <a:bodyPr wrap="square" lIns="612000" tIns="468000" rIns="0" bIns="0" rtlCol="0" anchor="t">
            <a:spAutoFit/>
          </a:bodyPr>
          <a:lstStyle/>
          <a:p>
            <a:pPr>
              <a:lnSpc>
                <a:spcPct val="90000"/>
              </a:lnSpc>
              <a:spcAft>
                <a:spcPts val="600"/>
              </a:spcAft>
            </a:pPr>
            <a:endParaRPr lang="en-US" sz="5400" dirty="0">
              <a:solidFill>
                <a:schemeClr val="accent4"/>
              </a:solidFill>
            </a:endParaRPr>
          </a:p>
        </p:txBody>
      </p:sp>
      <p:sp>
        <p:nvSpPr>
          <p:cNvPr id="9" name="TextBox 1"/>
          <p:cNvSpPr txBox="1"/>
          <p:nvPr userDrawn="1"/>
        </p:nvSpPr>
        <p:spPr>
          <a:xfrm>
            <a:off x="1109949" y="1115416"/>
            <a:ext cx="2488182" cy="896399"/>
          </a:xfrm>
          <a:prstGeom prst="rect">
            <a:avLst/>
          </a:prstGeom>
          <a:noFill/>
        </p:spPr>
        <p:txBody>
          <a:bodyPr wrap="none" rtlCol="0">
            <a:spAutoFit/>
          </a:bodyPr>
          <a:lstStyle>
            <a:defPPr>
              <a:defRPr lang="en-US"/>
            </a:defPPr>
            <a:lvl1pPr algn="ctr" fontAlgn="auto">
              <a:lnSpc>
                <a:spcPct val="95000"/>
              </a:lnSpc>
              <a:spcBef>
                <a:spcPts val="0"/>
              </a:spcBef>
              <a:spcAft>
                <a:spcPts val="0"/>
              </a:spcAft>
              <a:defRPr sz="5400">
                <a:solidFill>
                  <a:schemeClr val="accent4"/>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Agenda</a:t>
            </a:r>
          </a:p>
        </p:txBody>
      </p:sp>
    </p:spTree>
    <p:extLst>
      <p:ext uri="{BB962C8B-B14F-4D97-AF65-F5344CB8AC3E}">
        <p14:creationId xmlns:p14="http://schemas.microsoft.com/office/powerpoint/2010/main" val="18655767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Agenda D. Section Header">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44006171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white">
          <a:xfrm>
            <a:off x="1284743" y="1428131"/>
            <a:ext cx="947672" cy="947672"/>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a:xfrm>
            <a:off x="1285200" y="2667600"/>
            <a:ext cx="9619200" cy="3200400"/>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2061407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Agenda D. Full Width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7"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accent4"/>
                </a:solidFill>
              </a:rPr>
              <a:t>Agenda</a:t>
            </a:r>
          </a:p>
        </p:txBody>
      </p:sp>
      <p:cxnSp>
        <p:nvCxnSpPr>
          <p:cNvPr id="9" name="Straight Connector 8"/>
          <p:cNvCxnSpPr/>
          <p:nvPr userDrawn="1"/>
        </p:nvCxnSpPr>
        <p:spPr bwMode="white">
          <a:xfrm>
            <a:off x="618898" y="1206000"/>
            <a:ext cx="11576304" cy="0"/>
          </a:xfrm>
          <a:prstGeom prst="line">
            <a:avLst/>
          </a:prstGeom>
          <a:ln w="9525" cmpd="sng">
            <a:solidFill>
              <a:schemeClr val="accent4"/>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43396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Agenda D.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1"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0" name="TextBox 9"/>
          <p:cNvSpPr txBox="1"/>
          <p:nvPr userDrawn="1"/>
        </p:nvSpPr>
        <p:spPr>
          <a:xfrm>
            <a:off x="630000" y="3262145"/>
            <a:ext cx="1161047" cy="332399"/>
          </a:xfrm>
          <a:prstGeom prst="rect">
            <a:avLst/>
          </a:prstGeom>
          <a:noFill/>
        </p:spPr>
        <p:txBody>
          <a:bodyPr wrap="square" lIns="0" tIns="0" rIns="0" bIns="0" rtlCol="0" anchor="t">
            <a:spAutoFit/>
          </a:bodyPr>
          <a:lstStyle/>
          <a:p>
            <a:pPr>
              <a:lnSpc>
                <a:spcPct val="90000"/>
              </a:lnSpc>
              <a:spcAft>
                <a:spcPts val="600"/>
              </a:spcAft>
            </a:pPr>
            <a:r>
              <a:rPr lang="en-US" sz="2400" dirty="0">
                <a:solidFill>
                  <a:schemeClr val="bg1"/>
                </a:solidFill>
              </a:rPr>
              <a:t>Agenda</a:t>
            </a:r>
          </a:p>
        </p:txBody>
      </p:sp>
    </p:spTree>
    <p:extLst>
      <p:ext uri="{BB962C8B-B14F-4D97-AF65-F5344CB8AC3E}">
        <p14:creationId xmlns:p14="http://schemas.microsoft.com/office/powerpoint/2010/main" val="17847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Agenda 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Trebuchet MS" panose="020B0603020202020204" pitchFamily="34" charset="0"/>
                <a:sym typeface="Trebuchet MS" panose="020B0603020202020204" pitchFamily="34" charset="0"/>
              </a:rPr>
              <a:t>Table of contents</a:t>
            </a:r>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pic>
        <p:nvPicPr>
          <p:cNvPr id="9" name="Picture 8"/>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36578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theme" Target="../theme/theme1.xml"/><Relationship Id="rId7" Type="http://schemas.openxmlformats.org/officeDocument/2006/relationships/slideLayout" Target="../slideLayouts/slideLayout7.xml"/><Relationship Id="rId71"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tags" Target="../tags/tag2.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69"/>
            </p:custDataLst>
            <p:extLst>
              <p:ext uri="{D42A27DB-BD31-4B8C-83A1-F6EECF244321}">
                <p14:modId xmlns:p14="http://schemas.microsoft.com/office/powerpoint/2010/main" val="119414176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70" imgW="270" imgH="270" progId="TCLayout.ActiveDocument.1">
                  <p:embed/>
                </p:oleObj>
              </mc:Choice>
              <mc:Fallback>
                <p:oleObj name="think-cell Slide" r:id="rId70" imgW="270" imgH="270" progId="TCLayout.ActiveDocument.1">
                  <p:embed/>
                  <p:pic>
                    <p:nvPicPr>
                      <p:cNvPr id="0" name=""/>
                      <p:cNvPicPr/>
                      <p:nvPr/>
                    </p:nvPicPr>
                    <p:blipFill>
                      <a:blip r:embed="rId71"/>
                      <a:stretch>
                        <a:fillRect/>
                      </a:stretch>
                    </p:blipFill>
                    <p:spPr>
                      <a:xfrm>
                        <a:off x="1588" y="1588"/>
                        <a:ext cx="1587" cy="1587"/>
                      </a:xfrm>
                      <a:prstGeom prst="rect">
                        <a:avLst/>
                      </a:prstGeom>
                    </p:spPr>
                  </p:pic>
                </p:oleObj>
              </mc:Fallback>
            </mc:AlternateContent>
          </a:graphicData>
        </a:graphic>
      </p:graphicFrame>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9" name="Title Placeholder 1"/>
          <p:cNvSpPr>
            <a:spLocks noGrp="1"/>
          </p:cNvSpPr>
          <p:nvPr>
            <p:ph type="title"/>
          </p:nvPr>
        </p:nvSpPr>
        <p:spPr>
          <a:xfrm>
            <a:off x="630000" y="622800"/>
            <a:ext cx="10933350" cy="332399"/>
          </a:xfrm>
          <a:prstGeom prst="rect">
            <a:avLst/>
          </a:prstGeom>
        </p:spPr>
        <p:txBody>
          <a:bodyPr vert="horz" wrap="square" lIns="0" tIns="0" rIns="0" bIns="0" rtlCol="0" anchor="t">
            <a:spAutoFit/>
          </a:bodyPr>
          <a:lstStyle/>
          <a:p>
            <a:r>
              <a:rPr lang="en-US" dirty="0"/>
              <a:t>Click to add title</a:t>
            </a:r>
          </a:p>
        </p:txBody>
      </p:sp>
      <p:sp>
        <p:nvSpPr>
          <p:cNvPr id="4" name="Text Placeholder 3"/>
          <p:cNvSpPr>
            <a:spLocks noGrp="1"/>
          </p:cNvSpPr>
          <p:nvPr>
            <p:ph type="body" idx="1"/>
          </p:nvPr>
        </p:nvSpPr>
        <p:spPr>
          <a:xfrm>
            <a:off x="630000" y="1825625"/>
            <a:ext cx="10933350" cy="43513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35336367"/>
      </p:ext>
    </p:extLst>
  </p:cSld>
  <p:clrMap bg1="lt1" tx1="dk1" bg2="lt2" tx2="dk2" accent1="accent1" accent2="accent2" accent3="accent3" accent4="accent4" accent5="accent5" accent6="accent6" hlink="hlink" folHlink="folHlink"/>
  <p:sldLayoutIdLst>
    <p:sldLayoutId id="2147485115" r:id="rId1"/>
    <p:sldLayoutId id="2147485086" r:id="rId2"/>
    <p:sldLayoutId id="2147485183" r:id="rId3"/>
    <p:sldLayoutId id="2147485158" r:id="rId4"/>
    <p:sldLayoutId id="2147485113" r:id="rId5"/>
    <p:sldLayoutId id="2147485114" r:id="rId6"/>
    <p:sldLayoutId id="2147485154" r:id="rId7"/>
    <p:sldLayoutId id="2147485162" r:id="rId8"/>
    <p:sldLayoutId id="2147485149" r:id="rId9"/>
    <p:sldLayoutId id="2147485087" r:id="rId10"/>
    <p:sldLayoutId id="2147485112" r:id="rId11"/>
    <p:sldLayoutId id="2147485155" r:id="rId12"/>
    <p:sldLayoutId id="2147485164" r:id="rId13"/>
    <p:sldLayoutId id="2147485109" r:id="rId14"/>
    <p:sldLayoutId id="2147485165" r:id="rId15"/>
    <p:sldLayoutId id="2147485110" r:id="rId16"/>
    <p:sldLayoutId id="2147485166" r:id="rId17"/>
    <p:sldLayoutId id="2147485156" r:id="rId18"/>
    <p:sldLayoutId id="2147485167" r:id="rId19"/>
    <p:sldLayoutId id="2147485108" r:id="rId20"/>
    <p:sldLayoutId id="2147485107" r:id="rId21"/>
    <p:sldLayoutId id="2147485106" r:id="rId22"/>
    <p:sldLayoutId id="2147485090" r:id="rId23"/>
    <p:sldLayoutId id="2147485091" r:id="rId24"/>
    <p:sldLayoutId id="2147485092" r:id="rId25"/>
    <p:sldLayoutId id="2147485093" r:id="rId26"/>
    <p:sldLayoutId id="2147485116" r:id="rId27"/>
    <p:sldLayoutId id="2147485161" r:id="rId28"/>
    <p:sldLayoutId id="2147485159" r:id="rId29"/>
    <p:sldLayoutId id="2147485119" r:id="rId30"/>
    <p:sldLayoutId id="2147485184" r:id="rId31"/>
    <p:sldLayoutId id="2147485137" r:id="rId32"/>
    <p:sldLayoutId id="2147485120" r:id="rId33"/>
    <p:sldLayoutId id="2147485121" r:id="rId34"/>
    <p:sldLayoutId id="2147485141" r:id="rId35"/>
    <p:sldLayoutId id="2147485163" r:id="rId36"/>
    <p:sldLayoutId id="2147485139" r:id="rId37"/>
    <p:sldLayoutId id="2147485140" r:id="rId38"/>
    <p:sldLayoutId id="2147485122" r:id="rId39"/>
    <p:sldLayoutId id="2147485123" r:id="rId40"/>
    <p:sldLayoutId id="2147485151" r:id="rId41"/>
    <p:sldLayoutId id="2147485168" r:id="rId42"/>
    <p:sldLayoutId id="2147485127" r:id="rId43"/>
    <p:sldLayoutId id="2147485169" r:id="rId44"/>
    <p:sldLayoutId id="2147485126" r:id="rId45"/>
    <p:sldLayoutId id="2147485170" r:id="rId46"/>
    <p:sldLayoutId id="2147485153" r:id="rId47"/>
    <p:sldLayoutId id="2147485171" r:id="rId48"/>
    <p:sldLayoutId id="2147485128" r:id="rId49"/>
    <p:sldLayoutId id="2147485129" r:id="rId50"/>
    <p:sldLayoutId id="2147485130" r:id="rId51"/>
    <p:sldLayoutId id="2147485131" r:id="rId52"/>
    <p:sldLayoutId id="2147485145" r:id="rId53"/>
    <p:sldLayoutId id="2147485133" r:id="rId54"/>
    <p:sldLayoutId id="2147485144" r:id="rId55"/>
    <p:sldLayoutId id="2147485134" r:id="rId56"/>
    <p:sldLayoutId id="2147485146" r:id="rId57"/>
    <p:sldLayoutId id="2147485160" r:id="rId58"/>
    <p:sldLayoutId id="2147485172" r:id="rId59"/>
    <p:sldLayoutId id="2147485173" r:id="rId60"/>
    <p:sldLayoutId id="2147485174" r:id="rId61"/>
    <p:sldLayoutId id="2147485175" r:id="rId62"/>
    <p:sldLayoutId id="2147485176" r:id="rId63"/>
    <p:sldLayoutId id="2147485177" r:id="rId64"/>
    <p:sldLayoutId id="2147485178" r:id="rId65"/>
    <p:sldLayoutId id="2147485179" r:id="rId66"/>
    <p:sldLayoutId id="2147485180" r:id="rId67"/>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914400" rtl="0" eaLnBrk="1" latinLnBrk="0" hangingPunct="1">
        <a:lnSpc>
          <a:spcPct val="90000"/>
        </a:lnSpc>
        <a:spcBef>
          <a:spcPct val="0"/>
        </a:spcBef>
        <a:buNone/>
        <a:defRPr sz="2400" kern="1200">
          <a:solidFill>
            <a:schemeClr val="tx2"/>
          </a:solidFill>
          <a:latin typeface="+mj-lt"/>
          <a:ea typeface="+mj-ea"/>
          <a:cs typeface="+mj-cs"/>
          <a:sym typeface="Trebuchet MS" panose="020B0603020202020204" pitchFamily="34" charset="0"/>
        </a:defRPr>
      </a:lvl1pPr>
    </p:titleStyle>
    <p:body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11" userDrawn="1">
          <p15:clr>
            <a:srgbClr val="F26B43"/>
          </p15:clr>
        </p15:guide>
        <p15:guide id="2" pos="396" userDrawn="1">
          <p15:clr>
            <a:srgbClr val="F26B43"/>
          </p15:clr>
        </p15:guide>
        <p15:guide id="3" pos="7284" userDrawn="1">
          <p15:clr>
            <a:srgbClr val="F26B43"/>
          </p15:clr>
        </p15:guide>
        <p15:guide id="4" orient="horz" pos="3881"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11.emf"/><Relationship Id="rId3" Type="http://schemas.openxmlformats.org/officeDocument/2006/relationships/tags" Target="../tags/tag84.xml"/><Relationship Id="rId7" Type="http://schemas.openxmlformats.org/officeDocument/2006/relationships/oleObject" Target="../embeddings/oleObject17.bin"/><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image" Target="../media/image10.emf"/><Relationship Id="rId11" Type="http://schemas.openxmlformats.org/officeDocument/2006/relationships/chart" Target="../charts/chart3.xml"/><Relationship Id="rId5" Type="http://schemas.openxmlformats.org/officeDocument/2006/relationships/oleObject" Target="../embeddings/oleObject16.bin"/><Relationship Id="rId10" Type="http://schemas.openxmlformats.org/officeDocument/2006/relationships/chart" Target="../charts/chart2.xml"/><Relationship Id="rId4" Type="http://schemas.openxmlformats.org/officeDocument/2006/relationships/slideLayout" Target="../slideLayouts/slideLayout2.xml"/><Relationship Id="rId9" Type="http://schemas.openxmlformats.org/officeDocument/2006/relationships/chart" Target="../charts/char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8DB88079-4CFC-3A07-EAC6-F42F83D9F7FC}"/>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2F3865D3-5602-FB72-4DDC-D8D544E43DC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4" name="Object 3" hidden="1">
                        <a:extLst>
                          <a:ext uri="{FF2B5EF4-FFF2-40B4-BE49-F238E27FC236}">
                            <a16:creationId xmlns:a16="http://schemas.microsoft.com/office/drawing/2014/main" id="{2F3865D3-5602-FB72-4DDC-D8D544E43DC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4204233E-D808-43F8-E8D2-630EBED07FDB}"/>
              </a:ext>
            </a:extLst>
          </p:cNvPr>
          <p:cNvSpPr>
            <a:spLocks noGrp="1"/>
          </p:cNvSpPr>
          <p:nvPr>
            <p:ph type="title"/>
          </p:nvPr>
        </p:nvSpPr>
        <p:spPr>
          <a:xfrm>
            <a:off x="630000" y="622800"/>
            <a:ext cx="10933200" cy="775597"/>
          </a:xfrm>
        </p:spPr>
        <p:txBody>
          <a:bodyPr anchor="t"/>
          <a:lstStyle/>
          <a:p>
            <a:r>
              <a:rPr lang="en-IN" sz="2800" dirty="0"/>
              <a:t>Email drove more new-customer revenue than Instagram and Website Banner combined.</a:t>
            </a:r>
            <a:endParaRPr lang="en-US" sz="2800" dirty="0"/>
          </a:p>
        </p:txBody>
      </p:sp>
      <p:sp>
        <p:nvSpPr>
          <p:cNvPr id="2" name="Rectangle 1">
            <a:extLst>
              <a:ext uri="{FF2B5EF4-FFF2-40B4-BE49-F238E27FC236}">
                <a16:creationId xmlns:a16="http://schemas.microsoft.com/office/drawing/2014/main" id="{477E036F-AF50-32A5-AA87-4A97F3F6A88D}"/>
              </a:ext>
            </a:extLst>
          </p:cNvPr>
          <p:cNvSpPr/>
          <p:nvPr/>
        </p:nvSpPr>
        <p:spPr>
          <a:xfrm>
            <a:off x="496499" y="5402657"/>
            <a:ext cx="10933200" cy="1261826"/>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600" b="1" dirty="0">
                <a:solidFill>
                  <a:schemeClr val="accent1"/>
                </a:solidFill>
              </a:rPr>
              <a:t>Recommendation:</a:t>
            </a:r>
            <a:br>
              <a:rPr lang="en-US" sz="1050" b="1" dirty="0">
                <a:solidFill>
                  <a:schemeClr val="accent1"/>
                </a:solidFill>
              </a:rPr>
            </a:br>
            <a:r>
              <a:rPr lang="en-IN" sz="1050" dirty="0">
                <a:solidFill>
                  <a:schemeClr val="accent1"/>
                </a:solidFill>
              </a:rPr>
              <a:t>Client Goal → New Customer Growth → Campaign A + Email → Highest New Customer Revenue → Recommendation to Scale.</a:t>
            </a:r>
            <a:br>
              <a:rPr lang="en-IN" sz="1050" dirty="0">
                <a:solidFill>
                  <a:schemeClr val="accent1"/>
                </a:solidFill>
              </a:rPr>
            </a:br>
            <a:r>
              <a:rPr lang="en-IN" sz="1050" dirty="0">
                <a:solidFill>
                  <a:schemeClr val="accent1"/>
                </a:solidFill>
              </a:rPr>
              <a:t>Recommendation:</a:t>
            </a:r>
          </a:p>
          <a:p>
            <a:r>
              <a:rPr lang="en-IN" sz="1050" dirty="0">
                <a:solidFill>
                  <a:schemeClr val="accent1"/>
                </a:solidFill>
              </a:rPr>
              <a:t>Double down on Campaign A via Email. This combination generated the highest new customer sales ($2,124.47), outperforming all other campaign and channel combinations. Campaign A consistently exceeded Campaign B across channels, indicating that conversational messaging is more effective at attracting and converting new customers.</a:t>
            </a:r>
          </a:p>
          <a:p>
            <a:endParaRPr lang="en-US" sz="1050" dirty="0">
              <a:solidFill>
                <a:schemeClr val="accent1"/>
              </a:solidFill>
            </a:endParaRPr>
          </a:p>
        </p:txBody>
      </p:sp>
      <p:sp>
        <p:nvSpPr>
          <p:cNvPr id="8" name="Rectangle 7">
            <a:extLst>
              <a:ext uri="{FF2B5EF4-FFF2-40B4-BE49-F238E27FC236}">
                <a16:creationId xmlns:a16="http://schemas.microsoft.com/office/drawing/2014/main" id="{942B0D30-68D6-1748-728E-7FA73A5976EC}"/>
              </a:ext>
            </a:extLst>
          </p:cNvPr>
          <p:cNvSpPr/>
          <p:nvPr/>
        </p:nvSpPr>
        <p:spPr>
          <a:xfrm>
            <a:off x="838228" y="1696609"/>
            <a:ext cx="2328814" cy="276999"/>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1" dirty="0">
                <a:solidFill>
                  <a:srgbClr val="21BF61"/>
                </a:solidFill>
              </a:rPr>
              <a:t>Clustered Column Chart</a:t>
            </a:r>
          </a:p>
        </p:txBody>
      </p:sp>
      <p:graphicFrame>
        <p:nvGraphicFramePr>
          <p:cNvPr id="17" name="Object 16" hidden="1">
            <a:extLst>
              <a:ext uri="{FF2B5EF4-FFF2-40B4-BE49-F238E27FC236}">
                <a16:creationId xmlns:a16="http://schemas.microsoft.com/office/drawing/2014/main" id="{C2F07A64-3882-0D42-C3A9-A3E2E5ACA011}"/>
              </a:ext>
            </a:extLst>
          </p:cNvPr>
          <p:cNvGraphicFramePr>
            <a:graphicFrameLocks noChangeAspect="1"/>
          </p:cNvGraphicFramePr>
          <p:nvPr>
            <p:custDataLst>
              <p:tags r:id="rId2"/>
            </p:custDataLst>
          </p:nvPr>
        </p:nvGraphicFramePr>
        <p:xfrm>
          <a:off x="153988" y="153988"/>
          <a:ext cx="1587" cy="1587"/>
        </p:xfrm>
        <a:graphic>
          <a:graphicData uri="http://schemas.openxmlformats.org/presentationml/2006/ole">
            <mc:AlternateContent xmlns:mc="http://schemas.openxmlformats.org/markup-compatibility/2006">
              <mc:Choice xmlns:v="urn:schemas-microsoft-com:vml" Requires="v">
                <p:oleObj name="think-cell Slide" r:id="rId7" imgW="270" imgH="270" progId="TCLayout.ActiveDocument.1">
                  <p:embed/>
                </p:oleObj>
              </mc:Choice>
              <mc:Fallback>
                <p:oleObj name="think-cell Slide" r:id="rId7" imgW="270" imgH="270" progId="TCLayout.ActiveDocument.1">
                  <p:embed/>
                  <p:pic>
                    <p:nvPicPr>
                      <p:cNvPr id="17" name="Object 16" hidden="1">
                        <a:extLst>
                          <a:ext uri="{FF2B5EF4-FFF2-40B4-BE49-F238E27FC236}">
                            <a16:creationId xmlns:a16="http://schemas.microsoft.com/office/drawing/2014/main" id="{C2F07A64-3882-0D42-C3A9-A3E2E5ACA011}"/>
                          </a:ext>
                        </a:extLst>
                      </p:cNvPr>
                      <p:cNvPicPr/>
                      <p:nvPr/>
                    </p:nvPicPr>
                    <p:blipFill>
                      <a:blip r:embed="rId8"/>
                      <a:stretch>
                        <a:fillRect/>
                      </a:stretch>
                    </p:blipFill>
                    <p:spPr>
                      <a:xfrm>
                        <a:off x="153988" y="153988"/>
                        <a:ext cx="1587" cy="1587"/>
                      </a:xfrm>
                      <a:prstGeom prst="rect">
                        <a:avLst/>
                      </a:prstGeom>
                    </p:spPr>
                  </p:pic>
                </p:oleObj>
              </mc:Fallback>
            </mc:AlternateContent>
          </a:graphicData>
        </a:graphic>
      </p:graphicFrame>
      <p:sp>
        <p:nvSpPr>
          <p:cNvPr id="18" name="Rectangle 17" hidden="1">
            <a:extLst>
              <a:ext uri="{FF2B5EF4-FFF2-40B4-BE49-F238E27FC236}">
                <a16:creationId xmlns:a16="http://schemas.microsoft.com/office/drawing/2014/main" id="{F3373025-70F2-206E-C2A9-CF622E9D0E06}"/>
              </a:ext>
            </a:extLst>
          </p:cNvPr>
          <p:cNvSpPr/>
          <p:nvPr>
            <p:custDataLst>
              <p:tags r:id="rId3"/>
            </p:custDataLst>
          </p:nvPr>
        </p:nvSpPr>
        <p:spPr bwMode="gray">
          <a:xfrm>
            <a:off x="152400" y="15240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spcBef>
                <a:spcPct val="0"/>
              </a:spcBef>
              <a:spcAft>
                <a:spcPct val="0"/>
              </a:spcAft>
            </a:pPr>
            <a:endParaRPr lang="en-US" sz="1600">
              <a:solidFill>
                <a:srgbClr val="FFFFFF"/>
              </a:solidFill>
              <a:latin typeface="Trebuchet MS" panose="020B0603020202020204" pitchFamily="34" charset="0"/>
              <a:sym typeface="Trebuchet MS" panose="020B0603020202020204" pitchFamily="34" charset="0"/>
            </a:endParaRPr>
          </a:p>
        </p:txBody>
      </p:sp>
      <p:sp>
        <p:nvSpPr>
          <p:cNvPr id="50" name="Rectangle 49">
            <a:extLst>
              <a:ext uri="{FF2B5EF4-FFF2-40B4-BE49-F238E27FC236}">
                <a16:creationId xmlns:a16="http://schemas.microsoft.com/office/drawing/2014/main" id="{E9B0969E-E6A1-262E-0D0C-27C4EB66645E}"/>
              </a:ext>
            </a:extLst>
          </p:cNvPr>
          <p:cNvSpPr/>
          <p:nvPr/>
        </p:nvSpPr>
        <p:spPr>
          <a:xfrm>
            <a:off x="695959" y="2124979"/>
            <a:ext cx="2765417" cy="2541209"/>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1200" dirty="0">
              <a:solidFill>
                <a:srgbClr val="000000"/>
              </a:solidFill>
            </a:endParaRPr>
          </a:p>
        </p:txBody>
      </p:sp>
      <p:sp>
        <p:nvSpPr>
          <p:cNvPr id="51" name="Rectangle 50">
            <a:extLst>
              <a:ext uri="{FF2B5EF4-FFF2-40B4-BE49-F238E27FC236}">
                <a16:creationId xmlns:a16="http://schemas.microsoft.com/office/drawing/2014/main" id="{BF4368DF-6E20-14F0-6E67-1E1CD9E7A1F1}"/>
              </a:ext>
            </a:extLst>
          </p:cNvPr>
          <p:cNvSpPr/>
          <p:nvPr/>
        </p:nvSpPr>
        <p:spPr>
          <a:xfrm>
            <a:off x="4152757" y="2163569"/>
            <a:ext cx="2765417" cy="2541209"/>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1200" dirty="0">
              <a:solidFill>
                <a:srgbClr val="000000"/>
              </a:solidFill>
            </a:endParaRPr>
          </a:p>
        </p:txBody>
      </p:sp>
      <p:sp>
        <p:nvSpPr>
          <p:cNvPr id="52" name="Rectangle 51">
            <a:extLst>
              <a:ext uri="{FF2B5EF4-FFF2-40B4-BE49-F238E27FC236}">
                <a16:creationId xmlns:a16="http://schemas.microsoft.com/office/drawing/2014/main" id="{E2B2A643-298F-D571-396A-2AD97701D1C3}"/>
              </a:ext>
            </a:extLst>
          </p:cNvPr>
          <p:cNvSpPr/>
          <p:nvPr/>
        </p:nvSpPr>
        <p:spPr>
          <a:xfrm>
            <a:off x="7476125" y="2155067"/>
            <a:ext cx="2765417" cy="2541209"/>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1200" dirty="0">
              <a:solidFill>
                <a:srgbClr val="000000"/>
              </a:solidFill>
            </a:endParaRPr>
          </a:p>
        </p:txBody>
      </p:sp>
      <p:sp>
        <p:nvSpPr>
          <p:cNvPr id="53" name="Rectangle 52">
            <a:extLst>
              <a:ext uri="{FF2B5EF4-FFF2-40B4-BE49-F238E27FC236}">
                <a16:creationId xmlns:a16="http://schemas.microsoft.com/office/drawing/2014/main" id="{B52E5477-8A78-817E-6DEC-CF5CD1757B04}"/>
              </a:ext>
            </a:extLst>
          </p:cNvPr>
          <p:cNvSpPr/>
          <p:nvPr/>
        </p:nvSpPr>
        <p:spPr>
          <a:xfrm>
            <a:off x="4306799" y="1719502"/>
            <a:ext cx="2328814" cy="276999"/>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1" dirty="0">
                <a:solidFill>
                  <a:srgbClr val="21BF61"/>
                </a:solidFill>
              </a:rPr>
              <a:t>Column Chart</a:t>
            </a:r>
          </a:p>
        </p:txBody>
      </p:sp>
      <p:sp>
        <p:nvSpPr>
          <p:cNvPr id="54" name="Rectangle 53">
            <a:extLst>
              <a:ext uri="{FF2B5EF4-FFF2-40B4-BE49-F238E27FC236}">
                <a16:creationId xmlns:a16="http://schemas.microsoft.com/office/drawing/2014/main" id="{AC2F7AF7-DC76-6C1A-0458-2264EDF24BF9}"/>
              </a:ext>
            </a:extLst>
          </p:cNvPr>
          <p:cNvSpPr/>
          <p:nvPr/>
        </p:nvSpPr>
        <p:spPr>
          <a:xfrm>
            <a:off x="7622972" y="1715577"/>
            <a:ext cx="2328814" cy="276999"/>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1" dirty="0">
                <a:solidFill>
                  <a:srgbClr val="21BF61"/>
                </a:solidFill>
              </a:rPr>
              <a:t>Bar Chart</a:t>
            </a:r>
          </a:p>
        </p:txBody>
      </p:sp>
      <p:sp>
        <p:nvSpPr>
          <p:cNvPr id="5" name="Rectangle 4">
            <a:extLst>
              <a:ext uri="{FF2B5EF4-FFF2-40B4-BE49-F238E27FC236}">
                <a16:creationId xmlns:a16="http://schemas.microsoft.com/office/drawing/2014/main" id="{DA3175F1-F880-FD13-5347-0D98BDB0DD10}"/>
              </a:ext>
            </a:extLst>
          </p:cNvPr>
          <p:cNvSpPr/>
          <p:nvPr/>
        </p:nvSpPr>
        <p:spPr>
          <a:xfrm>
            <a:off x="11804073" y="3685308"/>
            <a:ext cx="290946" cy="2951018"/>
          </a:xfrm>
          <a:prstGeom prst="rect">
            <a:avLst/>
          </a:prstGeom>
          <a:solidFill>
            <a:schemeClr val="bg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sp>
        <p:nvSpPr>
          <p:cNvPr id="6" name="Rectangle 5">
            <a:extLst>
              <a:ext uri="{FF2B5EF4-FFF2-40B4-BE49-F238E27FC236}">
                <a16:creationId xmlns:a16="http://schemas.microsoft.com/office/drawing/2014/main" id="{481B1DE6-2CDC-940C-8490-377786C3D307}"/>
              </a:ext>
            </a:extLst>
          </p:cNvPr>
          <p:cNvSpPr/>
          <p:nvPr/>
        </p:nvSpPr>
        <p:spPr>
          <a:xfrm>
            <a:off x="11429699" y="6425644"/>
            <a:ext cx="159327" cy="238839"/>
          </a:xfrm>
          <a:prstGeom prst="rect">
            <a:avLst/>
          </a:prstGeom>
          <a:solidFill>
            <a:schemeClr val="bg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graphicFrame>
        <p:nvGraphicFramePr>
          <p:cNvPr id="13" name="Chart 12">
            <a:extLst>
              <a:ext uri="{FF2B5EF4-FFF2-40B4-BE49-F238E27FC236}">
                <a16:creationId xmlns:a16="http://schemas.microsoft.com/office/drawing/2014/main" id="{FF77C251-F86F-9A05-8C3F-44006AEC2654}"/>
              </a:ext>
            </a:extLst>
          </p:cNvPr>
          <p:cNvGraphicFramePr>
            <a:graphicFrameLocks/>
          </p:cNvGraphicFramePr>
          <p:nvPr>
            <p:extLst>
              <p:ext uri="{D42A27DB-BD31-4B8C-83A1-F6EECF244321}">
                <p14:modId xmlns:p14="http://schemas.microsoft.com/office/powerpoint/2010/main" val="3016121781"/>
              </p:ext>
            </p:extLst>
          </p:nvPr>
        </p:nvGraphicFramePr>
        <p:xfrm>
          <a:off x="765452" y="2414116"/>
          <a:ext cx="2606040" cy="2023110"/>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14" name="Chart 13">
            <a:extLst>
              <a:ext uri="{FF2B5EF4-FFF2-40B4-BE49-F238E27FC236}">
                <a16:creationId xmlns:a16="http://schemas.microsoft.com/office/drawing/2014/main" id="{0557F285-438E-E649-C62C-0CEA4D931CA3}"/>
              </a:ext>
            </a:extLst>
          </p:cNvPr>
          <p:cNvGraphicFramePr>
            <a:graphicFrameLocks/>
          </p:cNvGraphicFramePr>
          <p:nvPr>
            <p:extLst>
              <p:ext uri="{D42A27DB-BD31-4B8C-83A1-F6EECF244321}">
                <p14:modId xmlns:p14="http://schemas.microsoft.com/office/powerpoint/2010/main" val="4277550495"/>
              </p:ext>
            </p:extLst>
          </p:nvPr>
        </p:nvGraphicFramePr>
        <p:xfrm>
          <a:off x="4240065" y="2336011"/>
          <a:ext cx="2590800" cy="2179320"/>
        </p:xfrm>
        <a:graphic>
          <a:graphicData uri="http://schemas.openxmlformats.org/drawingml/2006/chart">
            <c:chart xmlns:c="http://schemas.openxmlformats.org/drawingml/2006/chart" xmlns:r="http://schemas.openxmlformats.org/officeDocument/2006/relationships" r:id="rId10"/>
          </a:graphicData>
        </a:graphic>
      </p:graphicFrame>
      <p:graphicFrame>
        <p:nvGraphicFramePr>
          <p:cNvPr id="15" name="Chart 14">
            <a:extLst>
              <a:ext uri="{FF2B5EF4-FFF2-40B4-BE49-F238E27FC236}">
                <a16:creationId xmlns:a16="http://schemas.microsoft.com/office/drawing/2014/main" id="{0BB3F5D0-B50A-D444-B545-96C475A8D765}"/>
              </a:ext>
            </a:extLst>
          </p:cNvPr>
          <p:cNvGraphicFramePr>
            <a:graphicFrameLocks/>
          </p:cNvGraphicFramePr>
          <p:nvPr>
            <p:extLst>
              <p:ext uri="{D42A27DB-BD31-4B8C-83A1-F6EECF244321}">
                <p14:modId xmlns:p14="http://schemas.microsoft.com/office/powerpoint/2010/main" val="4031304616"/>
              </p:ext>
            </p:extLst>
          </p:nvPr>
        </p:nvGraphicFramePr>
        <p:xfrm>
          <a:off x="7357588" y="2187421"/>
          <a:ext cx="3665220" cy="2327910"/>
        </p:xfrm>
        <a:graphic>
          <a:graphicData uri="http://schemas.openxmlformats.org/drawingml/2006/chart">
            <c:chart xmlns:c="http://schemas.openxmlformats.org/drawingml/2006/chart" xmlns:r="http://schemas.openxmlformats.org/officeDocument/2006/relationships" r:id="rId11"/>
          </a:graphicData>
        </a:graphic>
      </p:graphicFrame>
    </p:spTree>
    <p:extLst>
      <p:ext uri="{BB962C8B-B14F-4D97-AF65-F5344CB8AC3E}">
        <p14:creationId xmlns:p14="http://schemas.microsoft.com/office/powerpoint/2010/main" val="14639831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EE4P_STYLE_ID" val="39dcc26a-7131-49f4-a9eb-1c0521500c03"/>
  <p:tag name="THINKCELLPRESENTATIONDONOTDELETE" val="&lt;?xml version=&quot;1.0&quot; encoding=&quot;UTF-16&quot; standalone=&quot;yes&quot;?&gt;&lt;root reqver=&quot;23045&quot;&gt;&lt;version val=&quot;24188&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0&quot;/&gt;&lt;/m_mruColor&gt;&lt;m_eweekdayFirstOfWeek val=&quot;1&quot;/&gt;&lt;m_eweekdayFirstOfWorkweek val=&quot;2&quot;/&gt;&lt;m_eweekdayFirstOfWeekend val=&quot;7&quot;/&gt;&lt;/CPresentation&gt;&lt;/root&gt;"/>
  <p:tag name="EE4P_MASTERWIZARD_DRAFT" val="0"/>
  <p:tag name="EE4P_LANGUAGE_ID" val="1033"/>
  <p:tag name="EE4P_MASTERWIZARD_MARGINS" val="0"/>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X5AiJlc1SjikgjnNs387ng"/>
</p:tagLst>
</file>

<file path=ppt/tags/tag5.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6.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33.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3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k0gDn1l7TlyrFhv1Bb7CDw"/>
</p:tagLst>
</file>

<file path=ppt/tags/tag37.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38.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3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67.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6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4RGjgtUESheJieGFcsjDRQ"/>
</p:tagLst>
</file>

<file path=ppt/theme/theme1.xml><?xml version="1.0" encoding="utf-8"?>
<a:theme xmlns:a="http://schemas.openxmlformats.org/drawingml/2006/main" name="BCG Grid 16:9">
  <a:themeElements>
    <a:clrScheme name="The Boston Consulting Group">
      <a:dk1>
        <a:srgbClr val="575757"/>
      </a:dk1>
      <a:lt1>
        <a:sysClr val="window" lastClr="FFFFFF"/>
      </a:lt1>
      <a:dk2>
        <a:srgbClr val="29BA74"/>
      </a:dk2>
      <a:lt2>
        <a:srgbClr val="F2F2F2"/>
      </a:lt2>
      <a:accent1>
        <a:srgbClr val="03522D"/>
      </a:accent1>
      <a:accent2>
        <a:srgbClr val="197A56"/>
      </a:accent2>
      <a:accent3>
        <a:srgbClr val="D4DF33"/>
      </a:accent3>
      <a:accent4>
        <a:srgbClr val="3EAD92"/>
      </a:accent4>
      <a:accent5>
        <a:srgbClr val="6E6F73"/>
      </a:accent5>
      <a:accent6>
        <a:srgbClr val="295E7E"/>
      </a:accent6>
      <a:hlink>
        <a:srgbClr val="2E3558"/>
      </a:hlink>
      <a:folHlink>
        <a:srgbClr val="2E3558"/>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29BA74"/>
        </a:solidFill>
        <a:ln w="9525" cap="rnd" cmpd="sng" algn="ctr">
          <a:solidFill>
            <a:srgbClr val="29BA74"/>
          </a:solidFill>
          <a:prstDash val="solid"/>
          <a:round/>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smtClean="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tx1">
              <a:lumMod val="60000"/>
              <a:lumOff val="40000"/>
            </a:schemeClr>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dirty="0" err="1" smtClean="0">
            <a:solidFill>
              <a:srgbClr val="575757"/>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Presentation1" id="{9F202C15-0297-4FD9-95CD-005C6172BBB7}" vid="{593C2B70-5186-41B3-84B4-3F94B52F9FF3}"/>
    </a:ext>
  </a:extLst>
</a:theme>
</file>

<file path=ppt/theme/theme2.xml><?xml version="1.0" encoding="utf-8"?>
<a:theme xmlns:a="http://schemas.openxmlformats.org/drawingml/2006/main" name="Office Theme">
  <a:themeElements>
    <a:clrScheme name="BCG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E3558"/>
      </a:hlink>
      <a:folHlink>
        <a:srgbClr val="670F31"/>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BCG Colors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FC77E"/>
      </a:hlink>
      <a:folHlink>
        <a:srgbClr val="03522D"/>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317974F467E37438C146AD78195A289" ma:contentTypeVersion="27" ma:contentTypeDescription="Create a new document." ma:contentTypeScope="" ma:versionID="e03602932086b18a40c6e416cb2a7f69">
  <xsd:schema xmlns:xsd="http://www.w3.org/2001/XMLSchema" xmlns:xs="http://www.w3.org/2001/XMLSchema" xmlns:p="http://schemas.microsoft.com/office/2006/metadata/properties" xmlns:ns1="http://schemas.microsoft.com/sharepoint/v3" xmlns:ns2="0991f213-3730-40e2-91ec-6de05b6aabb5" xmlns:ns3="36d2b8e5-71dc-415e-89f3-3c8649eed760" targetNamespace="http://schemas.microsoft.com/office/2006/metadata/properties" ma:root="true" ma:fieldsID="3833a751b348f4aa5ccc35fecd3b1d1f" ns1:_="" ns2:_="" ns3:_="">
    <xsd:import namespace="http://schemas.microsoft.com/sharepoint/v3"/>
    <xsd:import namespace="0991f213-3730-40e2-91ec-6de05b6aabb5"/>
    <xsd:import namespace="36d2b8e5-71dc-415e-89f3-3c8649eed760"/>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element ref="ns2:lcf76f155ced4ddcb4097134ff3c332f" minOccurs="0"/>
                <xsd:element ref="ns3:TaxCatchAll" minOccurs="0"/>
                <xsd:element ref="ns2:MediaServiceLocation" minOccurs="0"/>
                <xsd:element ref="ns2:MediaServiceGenerationTime" minOccurs="0"/>
                <xsd:element ref="ns2:MediaServiceEventHashCode" minOccurs="0"/>
                <xsd:element ref="ns2:MediaServiceOCR" minOccurs="0"/>
                <xsd:element ref="ns3:SharedWithUsers" minOccurs="0"/>
                <xsd:element ref="ns3:SharedWithDetails" minOccurs="0"/>
                <xsd:element ref="ns2:Reader" minOccurs="0"/>
                <xsd:element ref="ns2:Level" minOccurs="0"/>
                <xsd:element ref="ns2:Region" minOccurs="0"/>
                <xsd:element ref="ns2:Insights" minOccurs="0"/>
                <xsd:element ref="ns2:Rec_x002f_Can" minOccurs="0"/>
                <xsd:element ref="ns1:_ip_UnifiedCompliancePolicyProperties" minOccurs="0"/>
                <xsd:element ref="ns1:_ip_UnifiedCompliancePolicyUIAction" minOccurs="0"/>
                <xsd:element ref="ns2:_Flow_SignoffStatus"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8" nillable="true" ma:displayName="Unified Compliance Policy Properties" ma:hidden="true" ma:internalName="_ip_UnifiedCompliancePolicyProperties">
      <xsd:simpleType>
        <xsd:restriction base="dms:Note"/>
      </xsd:simpleType>
    </xsd:element>
    <xsd:element name="_ip_UnifiedCompliancePolicyUIAction" ma:index="2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991f213-3730-40e2-91ec-6de05b6aabb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c1edaf98-933d-48b7-9af8-6bdbb703d060" ma:termSetId="09814cd3-568e-fe90-9814-8d621ff8fb84" ma:anchorId="fba54fb3-c3e1-fe81-a776-ca4b69148c4d" ma:open="true" ma:isKeyword="false">
      <xsd:complexType>
        <xsd:sequence>
          <xsd:element ref="pc:Terms" minOccurs="0" maxOccurs="1"/>
        </xsd:sequence>
      </xsd:complexType>
    </xsd:element>
    <xsd:element name="MediaServiceLocation" ma:index="17" nillable="true" ma:displayName="Location" ma:internalName="MediaServiceLocatio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Reader" ma:index="23" nillable="true" ma:displayName="Reader" ma:description="Who from Design team has / wants to read this item" ma:format="Dropdown" ma:internalName="Reader">
      <xsd:simpleType>
        <xsd:restriction base="dms:Text">
          <xsd:maxLength value="255"/>
        </xsd:restriction>
      </xsd:simpleType>
    </xsd:element>
    <xsd:element name="Level" ma:index="24" nillable="true" ma:displayName="Level" ma:format="Dropdown" ma:internalName="Level">
      <xsd:simpleType>
        <xsd:restriction base="dms:Choice">
          <xsd:enumeration value="Campus"/>
          <xsd:enumeration value="Industry"/>
          <xsd:enumeration value="Exec"/>
          <xsd:enumeration value="other"/>
        </xsd:restriction>
      </xsd:simpleType>
    </xsd:element>
    <xsd:element name="Region" ma:index="25" nillable="true" ma:displayName="Region" ma:format="Dropdown" ma:internalName="Region">
      <xsd:simpleType>
        <xsd:restriction base="dms:Choice">
          <xsd:enumeration value="NAMR"/>
          <xsd:enumeration value="EMESA"/>
          <xsd:enumeration value="APAC"/>
          <xsd:enumeration value="Global"/>
        </xsd:restriction>
      </xsd:simpleType>
    </xsd:element>
    <xsd:element name="Insights" ma:index="26" nillable="true" ma:displayName="Insights" ma:description="A space to capture insights and highlights from the interview, to help us find sources if needed later." ma:format="Dropdown" ma:internalName="Insights">
      <xsd:simpleType>
        <xsd:restriction base="dms:Note">
          <xsd:maxLength value="255"/>
        </xsd:restriction>
      </xsd:simpleType>
    </xsd:element>
    <xsd:element name="Rec_x002f_Can" ma:index="27" nillable="true" ma:displayName="Rec / Can" ma:format="Dropdown" ma:internalName="Rec_x002f_Can">
      <xsd:simpleType>
        <xsd:restriction base="dms:Choice">
          <xsd:enumeration value="Recruiter"/>
          <xsd:enumeration value="Candidate"/>
        </xsd:restriction>
      </xsd:simpleType>
    </xsd:element>
    <xsd:element name="_Flow_SignoffStatus" ma:index="30" nillable="true" ma:displayName="Sign-off status" ma:internalName="Sign_x002d_off_x0020_status">
      <xsd:simpleType>
        <xsd:restriction base="dms:Text"/>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32" nillable="true" ma:displayName="MediaServiceSearchProperties" ma:hidden="true" ma:internalName="MediaServiceSearchPropertie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6d2b8e5-71dc-415e-89f3-3c8649eed760"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3f2f81cf-8db6-41f8-8a1e-7000546bd34b}" ma:internalName="TaxCatchAll" ma:showField="CatchAllData" ma:web="36d2b8e5-71dc-415e-89f3-3c8649eed760">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Reader xmlns="0991f213-3730-40e2-91ec-6de05b6aabb5" xsi:nil="true"/>
    <Region xmlns="0991f213-3730-40e2-91ec-6de05b6aabb5" xsi:nil="true"/>
    <Rec_x002f_Can xmlns="0991f213-3730-40e2-91ec-6de05b6aabb5" xsi:nil="true"/>
    <_ip_UnifiedCompliancePolicyProperties xmlns="http://schemas.microsoft.com/sharepoint/v3" xsi:nil="true"/>
    <TaxCatchAll xmlns="36d2b8e5-71dc-415e-89f3-3c8649eed760" xsi:nil="true"/>
    <lcf76f155ced4ddcb4097134ff3c332f xmlns="0991f213-3730-40e2-91ec-6de05b6aabb5">
      <Terms xmlns="http://schemas.microsoft.com/office/infopath/2007/PartnerControls"/>
    </lcf76f155ced4ddcb4097134ff3c332f>
    <Level xmlns="0991f213-3730-40e2-91ec-6de05b6aabb5" xsi:nil="true"/>
    <_Flow_SignoffStatus xmlns="0991f213-3730-40e2-91ec-6de05b6aabb5" xsi:nil="true"/>
    <Insights xmlns="0991f213-3730-40e2-91ec-6de05b6aabb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AFEDB00-AE08-4CC7-908B-138CC2F8884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0991f213-3730-40e2-91ec-6de05b6aabb5"/>
    <ds:schemaRef ds:uri="36d2b8e5-71dc-415e-89f3-3c8649eed76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2416FAC-37CA-4AF3-9A4A-9E56DF196B4D}">
  <ds:schemaRefs>
    <ds:schemaRef ds:uri="http://schemas.microsoft.com/office/2006/metadata/properties"/>
    <ds:schemaRef ds:uri="http://schemas.microsoft.com/office/infopath/2007/PartnerControls"/>
    <ds:schemaRef ds:uri="http://schemas.microsoft.com/sharepoint/v3"/>
    <ds:schemaRef ds:uri="0991f213-3730-40e2-91ec-6de05b6aabb5"/>
    <ds:schemaRef ds:uri="36d2b8e5-71dc-415e-89f3-3c8649eed760"/>
  </ds:schemaRefs>
</ds:datastoreItem>
</file>

<file path=customXml/itemProps3.xml><?xml version="1.0" encoding="utf-8"?>
<ds:datastoreItem xmlns:ds="http://schemas.openxmlformats.org/officeDocument/2006/customXml" ds:itemID="{F0D9CDD6-302A-4910-894A-79BA7510E5E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BCG Grid 16:9</Template>
  <TotalTime>122</TotalTime>
  <Words>96</Words>
  <Application>Microsoft Office PowerPoint</Application>
  <PresentationFormat>Widescreen</PresentationFormat>
  <Paragraphs>6</Paragraphs>
  <Slides>1</Slides>
  <Notes>0</Notes>
  <HiddenSlides>0</HiddenSlides>
  <MMClips>0</MMClips>
  <ScaleCrop>false</ScaleCrop>
  <HeadingPairs>
    <vt:vector size="10" baseType="variant">
      <vt:variant>
        <vt:lpstr>Fonts Used</vt:lpstr>
      </vt:variant>
      <vt:variant>
        <vt:i4>2</vt:i4>
      </vt:variant>
      <vt:variant>
        <vt:lpstr>Theme</vt:lpstr>
      </vt:variant>
      <vt:variant>
        <vt:i4>1</vt:i4>
      </vt:variant>
      <vt:variant>
        <vt:lpstr>Embedded OLE Servers</vt:lpstr>
      </vt:variant>
      <vt:variant>
        <vt:i4>1</vt:i4>
      </vt:variant>
      <vt:variant>
        <vt:lpstr>Slide Titles</vt:lpstr>
      </vt:variant>
      <vt:variant>
        <vt:i4>1</vt:i4>
      </vt:variant>
      <vt:variant>
        <vt:lpstr>Custom Shows</vt:lpstr>
      </vt:variant>
      <vt:variant>
        <vt:i4>1</vt:i4>
      </vt:variant>
    </vt:vector>
  </HeadingPairs>
  <TitlesOfParts>
    <vt:vector size="6" baseType="lpstr">
      <vt:lpstr>Arial</vt:lpstr>
      <vt:lpstr>Trebuchet MS</vt:lpstr>
      <vt:lpstr>BCG Grid 16:9</vt:lpstr>
      <vt:lpstr>think-cell Slide</vt:lpstr>
      <vt:lpstr>Email drove more new-customer revenue than Instagram and Website Banner combined.</vt:lpstr>
      <vt:lpstr>Format Guide Workshop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Scobee, Kyle</dc:creator>
  <cp:lastModifiedBy>Anshu Jain</cp:lastModifiedBy>
  <cp:revision>11</cp:revision>
  <cp:lastPrinted>2016-04-06T18:59:25Z</cp:lastPrinted>
  <dcterms:created xsi:type="dcterms:W3CDTF">2025-04-28T17:07:03Z</dcterms:created>
  <dcterms:modified xsi:type="dcterms:W3CDTF">2026-06-26T11:09:33Z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Format Name">
    <vt:lpwstr>Grid Format</vt:lpwstr>
  </property>
  <property fmtid="{D5CDD505-2E9C-101B-9397-08002B2CF9AE}" pid="3" name="NXPowerLiteLastOptimized">
    <vt:lpwstr>488649</vt:lpwstr>
  </property>
  <property fmtid="{D5CDD505-2E9C-101B-9397-08002B2CF9AE}" pid="4" name="NXPowerLiteSettings">
    <vt:lpwstr>87000AA0054001</vt:lpwstr>
  </property>
  <property fmtid="{D5CDD505-2E9C-101B-9397-08002B2CF9AE}" pid="5" name="NXPowerLiteVersion">
    <vt:lpwstr>D7.1.8</vt:lpwstr>
  </property>
  <property fmtid="{D5CDD505-2E9C-101B-9397-08002B2CF9AE}" pid="6" name="Template Name">
    <vt:lpwstr>16x9</vt:lpwstr>
  </property>
  <property fmtid="{D5CDD505-2E9C-101B-9397-08002B2CF9AE}" pid="7" name="MSIP_Label_b0d5c4f4-7a29-4385-b7a5-afbe2154ae6f_Enabled">
    <vt:lpwstr>true</vt:lpwstr>
  </property>
  <property fmtid="{D5CDD505-2E9C-101B-9397-08002B2CF9AE}" pid="8" name="MSIP_Label_b0d5c4f4-7a29-4385-b7a5-afbe2154ae6f_SetDate">
    <vt:lpwstr>2025-04-28T17:07:45Z</vt:lpwstr>
  </property>
  <property fmtid="{D5CDD505-2E9C-101B-9397-08002B2CF9AE}" pid="9" name="MSIP_Label_b0d5c4f4-7a29-4385-b7a5-afbe2154ae6f_Method">
    <vt:lpwstr>Standard</vt:lpwstr>
  </property>
  <property fmtid="{D5CDD505-2E9C-101B-9397-08002B2CF9AE}" pid="10" name="MSIP_Label_b0d5c4f4-7a29-4385-b7a5-afbe2154ae6f_Name">
    <vt:lpwstr>Confidential</vt:lpwstr>
  </property>
  <property fmtid="{D5CDD505-2E9C-101B-9397-08002B2CF9AE}" pid="11" name="MSIP_Label_b0d5c4f4-7a29-4385-b7a5-afbe2154ae6f_SiteId">
    <vt:lpwstr>2dfb2f0b-4d21-4268-9559-72926144c918</vt:lpwstr>
  </property>
  <property fmtid="{D5CDD505-2E9C-101B-9397-08002B2CF9AE}" pid="12" name="MSIP_Label_b0d5c4f4-7a29-4385-b7a5-afbe2154ae6f_ActionId">
    <vt:lpwstr>f2528353-4ad6-4815-81e0-0b5048609e13</vt:lpwstr>
  </property>
  <property fmtid="{D5CDD505-2E9C-101B-9397-08002B2CF9AE}" pid="13" name="MSIP_Label_b0d5c4f4-7a29-4385-b7a5-afbe2154ae6f_ContentBits">
    <vt:lpwstr>0</vt:lpwstr>
  </property>
  <property fmtid="{D5CDD505-2E9C-101B-9397-08002B2CF9AE}" pid="14" name="MSIP_Label_b0d5c4f4-7a29-4385-b7a5-afbe2154ae6f_Tag">
    <vt:lpwstr>50, 3, 0, 1</vt:lpwstr>
  </property>
  <property fmtid="{D5CDD505-2E9C-101B-9397-08002B2CF9AE}" pid="15" name="ContentTypeId">
    <vt:lpwstr>0x0101008317974F467E37438C146AD78195A289</vt:lpwstr>
  </property>
</Properties>
</file>